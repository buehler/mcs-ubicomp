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0" r:id="rId9"/>
    <p:sldId id="264" r:id="rId10"/>
    <p:sldId id="265" r:id="rId11"/>
    <p:sldId id="267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7"/>
    <p:restoredTop sz="94639"/>
  </p:normalViewPr>
  <p:slideViewPr>
    <p:cSldViewPr snapToGrid="0">
      <p:cViewPr varScale="1">
        <p:scale>
          <a:sx n="117" d="100"/>
          <a:sy n="117" d="100"/>
        </p:scale>
        <p:origin x="176" y="2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6F28C-72DC-48C4-A386-FF6E904242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9463DE-9582-4BCE-B23D-5F526694C2AA}">
      <dgm:prSet/>
      <dgm:spPr/>
      <dgm:t>
        <a:bodyPr/>
        <a:lstStyle/>
        <a:p>
          <a:r>
            <a:rPr lang="en-US"/>
            <a:t>Raw engagement</a:t>
          </a:r>
        </a:p>
      </dgm:t>
    </dgm:pt>
    <dgm:pt modelId="{55A937D3-BC4A-41D0-9DD1-E8D193E2C6D3}" type="parTrans" cxnId="{42A8BEF8-AA50-472B-82C8-F38827BFCC8E}">
      <dgm:prSet/>
      <dgm:spPr/>
      <dgm:t>
        <a:bodyPr/>
        <a:lstStyle/>
        <a:p>
          <a:endParaRPr lang="en-US"/>
        </a:p>
      </dgm:t>
    </dgm:pt>
    <dgm:pt modelId="{E8D7BAF2-9D62-4890-8F90-F17490CE7017}" type="sibTrans" cxnId="{42A8BEF8-AA50-472B-82C8-F38827BFCC8E}">
      <dgm:prSet/>
      <dgm:spPr/>
      <dgm:t>
        <a:bodyPr/>
        <a:lstStyle/>
        <a:p>
          <a:endParaRPr lang="en-US"/>
        </a:p>
      </dgm:t>
    </dgm:pt>
    <dgm:pt modelId="{C59DE5B9-A043-488F-B227-E9E891E3E667}">
      <dgm:prSet/>
      <dgm:spPr/>
      <dgm:t>
        <a:bodyPr/>
        <a:lstStyle/>
        <a:p>
          <a:r>
            <a:rPr lang="en-US"/>
            <a:t>Machine Learning</a:t>
          </a:r>
        </a:p>
      </dgm:t>
    </dgm:pt>
    <dgm:pt modelId="{8E979486-D0A0-436E-8F3D-01E64646030A}" type="parTrans" cxnId="{32E5F8D2-8E82-4611-9CDB-5ED68935AE33}">
      <dgm:prSet/>
      <dgm:spPr/>
      <dgm:t>
        <a:bodyPr/>
        <a:lstStyle/>
        <a:p>
          <a:endParaRPr lang="en-US"/>
        </a:p>
      </dgm:t>
    </dgm:pt>
    <dgm:pt modelId="{6CA1615F-2C2E-4EAB-84B4-48B270868F6D}" type="sibTrans" cxnId="{32E5F8D2-8E82-4611-9CDB-5ED68935AE33}">
      <dgm:prSet/>
      <dgm:spPr/>
      <dgm:t>
        <a:bodyPr/>
        <a:lstStyle/>
        <a:p>
          <a:endParaRPr lang="en-US"/>
        </a:p>
      </dgm:t>
    </dgm:pt>
    <dgm:pt modelId="{70070F84-0A21-4DD1-98C6-DA003743A049}">
      <dgm:prSet/>
      <dgm:spPr/>
      <dgm:t>
        <a:bodyPr/>
        <a:lstStyle/>
        <a:p>
          <a:r>
            <a:rPr lang="en-US"/>
            <a:t>Real-Time Aggregations</a:t>
          </a:r>
        </a:p>
      </dgm:t>
    </dgm:pt>
    <dgm:pt modelId="{AF69A445-C029-417C-9A14-C9B36B412F63}" type="parTrans" cxnId="{BA7B4F71-BF31-464B-96D6-D9CEBFCE7FBA}">
      <dgm:prSet/>
      <dgm:spPr/>
      <dgm:t>
        <a:bodyPr/>
        <a:lstStyle/>
        <a:p>
          <a:endParaRPr lang="en-US"/>
        </a:p>
      </dgm:t>
    </dgm:pt>
    <dgm:pt modelId="{59D8BD15-2CD5-4799-A76B-3165CBF359D0}" type="sibTrans" cxnId="{BA7B4F71-BF31-464B-96D6-D9CEBFCE7FBA}">
      <dgm:prSet/>
      <dgm:spPr/>
      <dgm:t>
        <a:bodyPr/>
        <a:lstStyle/>
        <a:p>
          <a:endParaRPr lang="en-US"/>
        </a:p>
      </dgm:t>
    </dgm:pt>
    <dgm:pt modelId="{11F72D6F-3AC1-4B88-86A9-D679EF990E97}" type="pres">
      <dgm:prSet presAssocID="{CD76F28C-72DC-48C4-A386-FF6E90424275}" presName="root" presStyleCnt="0">
        <dgm:presLayoutVars>
          <dgm:dir/>
          <dgm:resizeHandles val="exact"/>
        </dgm:presLayoutVars>
      </dgm:prSet>
      <dgm:spPr/>
    </dgm:pt>
    <dgm:pt modelId="{032153C6-CC39-49B7-8F47-1B60215AF49A}" type="pres">
      <dgm:prSet presAssocID="{C69463DE-9582-4BCE-B23D-5F526694C2AA}" presName="compNode" presStyleCnt="0"/>
      <dgm:spPr/>
    </dgm:pt>
    <dgm:pt modelId="{A7832DAC-82D2-4C02-9DCC-A394760545D7}" type="pres">
      <dgm:prSet presAssocID="{C69463DE-9582-4BCE-B23D-5F526694C2AA}" presName="bgRect" presStyleLbl="bgShp" presStyleIdx="0" presStyleCnt="3"/>
      <dgm:spPr/>
    </dgm:pt>
    <dgm:pt modelId="{B35B68FC-BCA9-49D7-ABE6-4AF7EC6A2AFE}" type="pres">
      <dgm:prSet presAssocID="{C69463DE-9582-4BCE-B23D-5F526694C2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9D7E37B-1491-4B42-B5B0-4A98E81C64CC}" type="pres">
      <dgm:prSet presAssocID="{C69463DE-9582-4BCE-B23D-5F526694C2AA}" presName="spaceRect" presStyleCnt="0"/>
      <dgm:spPr/>
    </dgm:pt>
    <dgm:pt modelId="{E4A69168-9B06-4A20-B1C1-2C78D737AEB5}" type="pres">
      <dgm:prSet presAssocID="{C69463DE-9582-4BCE-B23D-5F526694C2AA}" presName="parTx" presStyleLbl="revTx" presStyleIdx="0" presStyleCnt="3">
        <dgm:presLayoutVars>
          <dgm:chMax val="0"/>
          <dgm:chPref val="0"/>
        </dgm:presLayoutVars>
      </dgm:prSet>
      <dgm:spPr/>
    </dgm:pt>
    <dgm:pt modelId="{FDD25833-4294-42F3-8FD5-33B526E96B5D}" type="pres">
      <dgm:prSet presAssocID="{E8D7BAF2-9D62-4890-8F90-F17490CE7017}" presName="sibTrans" presStyleCnt="0"/>
      <dgm:spPr/>
    </dgm:pt>
    <dgm:pt modelId="{FC21A3BA-F4EF-407B-98E6-DEE9EAF917E4}" type="pres">
      <dgm:prSet presAssocID="{C59DE5B9-A043-488F-B227-E9E891E3E667}" presName="compNode" presStyleCnt="0"/>
      <dgm:spPr/>
    </dgm:pt>
    <dgm:pt modelId="{4015AF55-A892-41BC-8345-90EF9485E7F3}" type="pres">
      <dgm:prSet presAssocID="{C59DE5B9-A043-488F-B227-E9E891E3E667}" presName="bgRect" presStyleLbl="bgShp" presStyleIdx="1" presStyleCnt="3"/>
      <dgm:spPr/>
    </dgm:pt>
    <dgm:pt modelId="{355EFC11-4420-421E-B4C1-072B0BD78B74}" type="pres">
      <dgm:prSet presAssocID="{C59DE5B9-A043-488F-B227-E9E891E3E6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84CADA-CEAE-4D6A-8309-490B02DD8D84}" type="pres">
      <dgm:prSet presAssocID="{C59DE5B9-A043-488F-B227-E9E891E3E667}" presName="spaceRect" presStyleCnt="0"/>
      <dgm:spPr/>
    </dgm:pt>
    <dgm:pt modelId="{7D80DAA5-3E37-4D26-9210-E101CC963D23}" type="pres">
      <dgm:prSet presAssocID="{C59DE5B9-A043-488F-B227-E9E891E3E667}" presName="parTx" presStyleLbl="revTx" presStyleIdx="1" presStyleCnt="3">
        <dgm:presLayoutVars>
          <dgm:chMax val="0"/>
          <dgm:chPref val="0"/>
        </dgm:presLayoutVars>
      </dgm:prSet>
      <dgm:spPr/>
    </dgm:pt>
    <dgm:pt modelId="{7D844081-D168-4881-9F49-60AFE3BEC4F2}" type="pres">
      <dgm:prSet presAssocID="{6CA1615F-2C2E-4EAB-84B4-48B270868F6D}" presName="sibTrans" presStyleCnt="0"/>
      <dgm:spPr/>
    </dgm:pt>
    <dgm:pt modelId="{11CBF429-B3F9-4E08-9E90-853B7D38FA55}" type="pres">
      <dgm:prSet presAssocID="{70070F84-0A21-4DD1-98C6-DA003743A049}" presName="compNode" presStyleCnt="0"/>
      <dgm:spPr/>
    </dgm:pt>
    <dgm:pt modelId="{651BC64A-A459-4C48-9615-642DB7B3E313}" type="pres">
      <dgm:prSet presAssocID="{70070F84-0A21-4DD1-98C6-DA003743A049}" presName="bgRect" presStyleLbl="bgShp" presStyleIdx="2" presStyleCnt="3"/>
      <dgm:spPr/>
    </dgm:pt>
    <dgm:pt modelId="{80FE5A66-469A-4999-AC35-6AF37951F87D}" type="pres">
      <dgm:prSet presAssocID="{70070F84-0A21-4DD1-98C6-DA003743A0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B22A2F0-261B-4F16-8AC2-731BE5F7B64C}" type="pres">
      <dgm:prSet presAssocID="{70070F84-0A21-4DD1-98C6-DA003743A049}" presName="spaceRect" presStyleCnt="0"/>
      <dgm:spPr/>
    </dgm:pt>
    <dgm:pt modelId="{65F29AE1-22CC-4A28-B3E0-03626C6A92AA}" type="pres">
      <dgm:prSet presAssocID="{70070F84-0A21-4DD1-98C6-DA003743A04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120218-ADAF-4521-A455-C52DD2F778C6}" type="presOf" srcId="{C59DE5B9-A043-488F-B227-E9E891E3E667}" destId="{7D80DAA5-3E37-4D26-9210-E101CC963D23}" srcOrd="0" destOrd="0" presId="urn:microsoft.com/office/officeart/2018/2/layout/IconVerticalSolidList"/>
    <dgm:cxn modelId="{112B2B25-EC06-414C-8DC8-BA61B2A63BCC}" type="presOf" srcId="{70070F84-0A21-4DD1-98C6-DA003743A049}" destId="{65F29AE1-22CC-4A28-B3E0-03626C6A92AA}" srcOrd="0" destOrd="0" presId="urn:microsoft.com/office/officeart/2018/2/layout/IconVerticalSolidList"/>
    <dgm:cxn modelId="{9413E358-F77B-4C0C-ABF5-09C2657B4BCB}" type="presOf" srcId="{C69463DE-9582-4BCE-B23D-5F526694C2AA}" destId="{E4A69168-9B06-4A20-B1C1-2C78D737AEB5}" srcOrd="0" destOrd="0" presId="urn:microsoft.com/office/officeart/2018/2/layout/IconVerticalSolidList"/>
    <dgm:cxn modelId="{3436235D-160C-44F1-AA6B-B0C3FF415DC5}" type="presOf" srcId="{CD76F28C-72DC-48C4-A386-FF6E90424275}" destId="{11F72D6F-3AC1-4B88-86A9-D679EF990E97}" srcOrd="0" destOrd="0" presId="urn:microsoft.com/office/officeart/2018/2/layout/IconVerticalSolidList"/>
    <dgm:cxn modelId="{BA7B4F71-BF31-464B-96D6-D9CEBFCE7FBA}" srcId="{CD76F28C-72DC-48C4-A386-FF6E90424275}" destId="{70070F84-0A21-4DD1-98C6-DA003743A049}" srcOrd="2" destOrd="0" parTransId="{AF69A445-C029-417C-9A14-C9B36B412F63}" sibTransId="{59D8BD15-2CD5-4799-A76B-3165CBF359D0}"/>
    <dgm:cxn modelId="{32E5F8D2-8E82-4611-9CDB-5ED68935AE33}" srcId="{CD76F28C-72DC-48C4-A386-FF6E90424275}" destId="{C59DE5B9-A043-488F-B227-E9E891E3E667}" srcOrd="1" destOrd="0" parTransId="{8E979486-D0A0-436E-8F3D-01E64646030A}" sibTransId="{6CA1615F-2C2E-4EAB-84B4-48B270868F6D}"/>
    <dgm:cxn modelId="{42A8BEF8-AA50-472B-82C8-F38827BFCC8E}" srcId="{CD76F28C-72DC-48C4-A386-FF6E90424275}" destId="{C69463DE-9582-4BCE-B23D-5F526694C2AA}" srcOrd="0" destOrd="0" parTransId="{55A937D3-BC4A-41D0-9DD1-E8D193E2C6D3}" sibTransId="{E8D7BAF2-9D62-4890-8F90-F17490CE7017}"/>
    <dgm:cxn modelId="{06879967-33BE-490F-95D7-4155344D92A2}" type="presParOf" srcId="{11F72D6F-3AC1-4B88-86A9-D679EF990E97}" destId="{032153C6-CC39-49B7-8F47-1B60215AF49A}" srcOrd="0" destOrd="0" presId="urn:microsoft.com/office/officeart/2018/2/layout/IconVerticalSolidList"/>
    <dgm:cxn modelId="{E0948CB7-2370-42FD-B4F6-C50987615EAA}" type="presParOf" srcId="{032153C6-CC39-49B7-8F47-1B60215AF49A}" destId="{A7832DAC-82D2-4C02-9DCC-A394760545D7}" srcOrd="0" destOrd="0" presId="urn:microsoft.com/office/officeart/2018/2/layout/IconVerticalSolidList"/>
    <dgm:cxn modelId="{A77695DD-FFCB-4937-B08E-087104628A5E}" type="presParOf" srcId="{032153C6-CC39-49B7-8F47-1B60215AF49A}" destId="{B35B68FC-BCA9-49D7-ABE6-4AF7EC6A2AFE}" srcOrd="1" destOrd="0" presId="urn:microsoft.com/office/officeart/2018/2/layout/IconVerticalSolidList"/>
    <dgm:cxn modelId="{7019EF23-E977-4CFB-9EF6-17A12958BB16}" type="presParOf" srcId="{032153C6-CC39-49B7-8F47-1B60215AF49A}" destId="{99D7E37B-1491-4B42-B5B0-4A98E81C64CC}" srcOrd="2" destOrd="0" presId="urn:microsoft.com/office/officeart/2018/2/layout/IconVerticalSolidList"/>
    <dgm:cxn modelId="{33DB1157-7213-4068-85E4-E955EACA05A8}" type="presParOf" srcId="{032153C6-CC39-49B7-8F47-1B60215AF49A}" destId="{E4A69168-9B06-4A20-B1C1-2C78D737AEB5}" srcOrd="3" destOrd="0" presId="urn:microsoft.com/office/officeart/2018/2/layout/IconVerticalSolidList"/>
    <dgm:cxn modelId="{48817DF0-16E4-4AAE-AC2A-662D74CA6A28}" type="presParOf" srcId="{11F72D6F-3AC1-4B88-86A9-D679EF990E97}" destId="{FDD25833-4294-42F3-8FD5-33B526E96B5D}" srcOrd="1" destOrd="0" presId="urn:microsoft.com/office/officeart/2018/2/layout/IconVerticalSolidList"/>
    <dgm:cxn modelId="{49FA7AA1-2B94-4E13-977E-9D429FE10D61}" type="presParOf" srcId="{11F72D6F-3AC1-4B88-86A9-D679EF990E97}" destId="{FC21A3BA-F4EF-407B-98E6-DEE9EAF917E4}" srcOrd="2" destOrd="0" presId="urn:microsoft.com/office/officeart/2018/2/layout/IconVerticalSolidList"/>
    <dgm:cxn modelId="{58CA1941-DF25-4A92-9972-037E2F9B723E}" type="presParOf" srcId="{FC21A3BA-F4EF-407B-98E6-DEE9EAF917E4}" destId="{4015AF55-A892-41BC-8345-90EF9485E7F3}" srcOrd="0" destOrd="0" presId="urn:microsoft.com/office/officeart/2018/2/layout/IconVerticalSolidList"/>
    <dgm:cxn modelId="{E76B6DF3-A2D3-47D1-97F1-6B76E92B9059}" type="presParOf" srcId="{FC21A3BA-F4EF-407B-98E6-DEE9EAF917E4}" destId="{355EFC11-4420-421E-B4C1-072B0BD78B74}" srcOrd="1" destOrd="0" presId="urn:microsoft.com/office/officeart/2018/2/layout/IconVerticalSolidList"/>
    <dgm:cxn modelId="{9083CA79-6C0E-4691-B541-A84B4A9AD555}" type="presParOf" srcId="{FC21A3BA-F4EF-407B-98E6-DEE9EAF917E4}" destId="{5084CADA-CEAE-4D6A-8309-490B02DD8D84}" srcOrd="2" destOrd="0" presId="urn:microsoft.com/office/officeart/2018/2/layout/IconVerticalSolidList"/>
    <dgm:cxn modelId="{EB6F0F87-100B-44ED-9517-32F5E9C0491D}" type="presParOf" srcId="{FC21A3BA-F4EF-407B-98E6-DEE9EAF917E4}" destId="{7D80DAA5-3E37-4D26-9210-E101CC963D23}" srcOrd="3" destOrd="0" presId="urn:microsoft.com/office/officeart/2018/2/layout/IconVerticalSolidList"/>
    <dgm:cxn modelId="{3FD18BF1-9DEA-48DD-9982-A4D174048C37}" type="presParOf" srcId="{11F72D6F-3AC1-4B88-86A9-D679EF990E97}" destId="{7D844081-D168-4881-9F49-60AFE3BEC4F2}" srcOrd="3" destOrd="0" presId="urn:microsoft.com/office/officeart/2018/2/layout/IconVerticalSolidList"/>
    <dgm:cxn modelId="{087A4533-300D-4094-A0CE-B1FB7FBA94B3}" type="presParOf" srcId="{11F72D6F-3AC1-4B88-86A9-D679EF990E97}" destId="{11CBF429-B3F9-4E08-9E90-853B7D38FA55}" srcOrd="4" destOrd="0" presId="urn:microsoft.com/office/officeart/2018/2/layout/IconVerticalSolidList"/>
    <dgm:cxn modelId="{577AEC29-368E-442D-B6FF-ACF0F05EBAD1}" type="presParOf" srcId="{11CBF429-B3F9-4E08-9E90-853B7D38FA55}" destId="{651BC64A-A459-4C48-9615-642DB7B3E313}" srcOrd="0" destOrd="0" presId="urn:microsoft.com/office/officeart/2018/2/layout/IconVerticalSolidList"/>
    <dgm:cxn modelId="{7147BFB2-F312-4F2D-8CCC-4BFA7EC7EBB0}" type="presParOf" srcId="{11CBF429-B3F9-4E08-9E90-853B7D38FA55}" destId="{80FE5A66-469A-4999-AC35-6AF37951F87D}" srcOrd="1" destOrd="0" presId="urn:microsoft.com/office/officeart/2018/2/layout/IconVerticalSolidList"/>
    <dgm:cxn modelId="{02E09125-90ED-4699-A576-48BF1268E4E6}" type="presParOf" srcId="{11CBF429-B3F9-4E08-9E90-853B7D38FA55}" destId="{1B22A2F0-261B-4F16-8AC2-731BE5F7B64C}" srcOrd="2" destOrd="0" presId="urn:microsoft.com/office/officeart/2018/2/layout/IconVerticalSolidList"/>
    <dgm:cxn modelId="{573BB1D9-5A90-4652-A667-3E290DAF1375}" type="presParOf" srcId="{11CBF429-B3F9-4E08-9E90-853B7D38FA55}" destId="{65F29AE1-22CC-4A28-B3E0-03626C6A92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4EF081-9B0E-4042-ACA7-D3646FC088A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60077C-818D-4CD8-8EFD-BB9A7F87BB07}">
      <dgm:prSet/>
      <dgm:spPr/>
      <dgm:t>
        <a:bodyPr/>
        <a:lstStyle/>
        <a:p>
          <a:r>
            <a:rPr lang="en-US"/>
            <a:t>Collect Data</a:t>
          </a:r>
        </a:p>
      </dgm:t>
    </dgm:pt>
    <dgm:pt modelId="{98E137BA-8C49-4AC0-BFC1-867930661E1C}" type="parTrans" cxnId="{030468F3-283B-492A-A21D-3EB7BA5EDE07}">
      <dgm:prSet/>
      <dgm:spPr/>
      <dgm:t>
        <a:bodyPr/>
        <a:lstStyle/>
        <a:p>
          <a:endParaRPr lang="en-US"/>
        </a:p>
      </dgm:t>
    </dgm:pt>
    <dgm:pt modelId="{31A1279D-84E5-4BD7-824F-0497B70F8C29}" type="sibTrans" cxnId="{030468F3-283B-492A-A21D-3EB7BA5EDE07}">
      <dgm:prSet/>
      <dgm:spPr/>
      <dgm:t>
        <a:bodyPr/>
        <a:lstStyle/>
        <a:p>
          <a:endParaRPr lang="en-US"/>
        </a:p>
      </dgm:t>
    </dgm:pt>
    <dgm:pt modelId="{2EB2871C-C764-4752-AAB8-A1CAB00E45E6}">
      <dgm:prSet/>
      <dgm:spPr/>
      <dgm:t>
        <a:bodyPr/>
        <a:lstStyle/>
        <a:p>
          <a:r>
            <a:rPr lang="en-US"/>
            <a:t>Select Candidates</a:t>
          </a:r>
        </a:p>
      </dgm:t>
    </dgm:pt>
    <dgm:pt modelId="{F451A21B-7C99-4D64-8C84-FF599FE70239}" type="parTrans" cxnId="{22773256-0482-4725-A1EE-7ED836ACA1EE}">
      <dgm:prSet/>
      <dgm:spPr/>
      <dgm:t>
        <a:bodyPr/>
        <a:lstStyle/>
        <a:p>
          <a:endParaRPr lang="en-US"/>
        </a:p>
      </dgm:t>
    </dgm:pt>
    <dgm:pt modelId="{99413ABB-228E-4E72-A2D8-7F081EAF3A1C}" type="sibTrans" cxnId="{22773256-0482-4725-A1EE-7ED836ACA1EE}">
      <dgm:prSet/>
      <dgm:spPr/>
      <dgm:t>
        <a:bodyPr/>
        <a:lstStyle/>
        <a:p>
          <a:endParaRPr lang="en-US"/>
        </a:p>
      </dgm:t>
    </dgm:pt>
    <dgm:pt modelId="{92CA1394-CD03-46C9-8C0D-35B6B2F2974F}">
      <dgm:prSet/>
      <dgm:spPr/>
      <dgm:t>
        <a:bodyPr/>
        <a:lstStyle/>
        <a:p>
          <a:r>
            <a:rPr lang="en-US"/>
            <a:t>Machine Learning Stage</a:t>
          </a:r>
        </a:p>
      </dgm:t>
    </dgm:pt>
    <dgm:pt modelId="{05E7A75D-B3B7-4A2E-94EA-9689DD1A8646}" type="parTrans" cxnId="{79525D68-9C8A-4665-9FC7-4CE4AEA3EB24}">
      <dgm:prSet/>
      <dgm:spPr/>
      <dgm:t>
        <a:bodyPr/>
        <a:lstStyle/>
        <a:p>
          <a:endParaRPr lang="en-US"/>
        </a:p>
      </dgm:t>
    </dgm:pt>
    <dgm:pt modelId="{092F8BD5-6756-4344-AD66-31765CDADD56}" type="sibTrans" cxnId="{79525D68-9C8A-4665-9FC7-4CE4AEA3EB24}">
      <dgm:prSet/>
      <dgm:spPr/>
      <dgm:t>
        <a:bodyPr/>
        <a:lstStyle/>
        <a:p>
          <a:endParaRPr lang="en-US"/>
        </a:p>
      </dgm:t>
    </dgm:pt>
    <dgm:pt modelId="{E3CC1395-24E0-4B24-A822-BE1CEA4FD4CB}">
      <dgm:prSet/>
      <dgm:spPr/>
      <dgm:t>
        <a:bodyPr/>
        <a:lstStyle/>
        <a:p>
          <a:r>
            <a:rPr lang="en-US"/>
            <a:t>Deduplication</a:t>
          </a:r>
        </a:p>
      </dgm:t>
    </dgm:pt>
    <dgm:pt modelId="{53225C35-6CE3-44F0-9DE5-FD28E3872C8B}" type="parTrans" cxnId="{566EAF12-FF74-4B8F-B35D-762210AA1AF3}">
      <dgm:prSet/>
      <dgm:spPr/>
      <dgm:t>
        <a:bodyPr/>
        <a:lstStyle/>
        <a:p>
          <a:endParaRPr lang="en-US"/>
        </a:p>
      </dgm:t>
    </dgm:pt>
    <dgm:pt modelId="{E50E6278-E9CC-4C91-9F21-C4A93C5A630E}" type="sibTrans" cxnId="{566EAF12-FF74-4B8F-B35D-762210AA1AF3}">
      <dgm:prSet/>
      <dgm:spPr/>
      <dgm:t>
        <a:bodyPr/>
        <a:lstStyle/>
        <a:p>
          <a:endParaRPr lang="en-US"/>
        </a:p>
      </dgm:t>
    </dgm:pt>
    <dgm:pt modelId="{68F6146C-4CEA-4AAF-8CB6-C269FDE38AA0}">
      <dgm:prSet/>
      <dgm:spPr/>
      <dgm:t>
        <a:bodyPr/>
        <a:lstStyle/>
        <a:p>
          <a:r>
            <a:rPr lang="en-US"/>
            <a:t>Add Adds and other ”un-fun” things</a:t>
          </a:r>
        </a:p>
      </dgm:t>
    </dgm:pt>
    <dgm:pt modelId="{98E23262-4A72-4466-B889-8619C807D007}" type="parTrans" cxnId="{FC1EAE7F-D6CC-4C1A-B278-C80F4C3801E9}">
      <dgm:prSet/>
      <dgm:spPr/>
      <dgm:t>
        <a:bodyPr/>
        <a:lstStyle/>
        <a:p>
          <a:endParaRPr lang="en-US"/>
        </a:p>
      </dgm:t>
    </dgm:pt>
    <dgm:pt modelId="{295D2033-3765-4F69-B1EB-E97B0FE2B993}" type="sibTrans" cxnId="{FC1EAE7F-D6CC-4C1A-B278-C80F4C3801E9}">
      <dgm:prSet/>
      <dgm:spPr/>
      <dgm:t>
        <a:bodyPr/>
        <a:lstStyle/>
        <a:p>
          <a:endParaRPr lang="en-US"/>
        </a:p>
      </dgm:t>
    </dgm:pt>
    <dgm:pt modelId="{D7E68ECD-DF12-D34B-B7DE-7B9F05C23BF0}" type="pres">
      <dgm:prSet presAssocID="{3B4EF081-9B0E-4042-ACA7-D3646FC088A5}" presName="vert0" presStyleCnt="0">
        <dgm:presLayoutVars>
          <dgm:dir/>
          <dgm:animOne val="branch"/>
          <dgm:animLvl val="lvl"/>
        </dgm:presLayoutVars>
      </dgm:prSet>
      <dgm:spPr/>
    </dgm:pt>
    <dgm:pt modelId="{F3292AB0-3E3C-EC48-983D-1F0D017DD960}" type="pres">
      <dgm:prSet presAssocID="{D160077C-818D-4CD8-8EFD-BB9A7F87BB07}" presName="thickLine" presStyleLbl="alignNode1" presStyleIdx="0" presStyleCnt="5"/>
      <dgm:spPr/>
    </dgm:pt>
    <dgm:pt modelId="{DD8797D0-AA1C-764C-996B-E297162299CF}" type="pres">
      <dgm:prSet presAssocID="{D160077C-818D-4CD8-8EFD-BB9A7F87BB07}" presName="horz1" presStyleCnt="0"/>
      <dgm:spPr/>
    </dgm:pt>
    <dgm:pt modelId="{7900A741-21A6-BF48-9FCF-6410468170F3}" type="pres">
      <dgm:prSet presAssocID="{D160077C-818D-4CD8-8EFD-BB9A7F87BB07}" presName="tx1" presStyleLbl="revTx" presStyleIdx="0" presStyleCnt="5"/>
      <dgm:spPr/>
    </dgm:pt>
    <dgm:pt modelId="{1857F547-F9F3-5647-99C0-91E1D0DD19C0}" type="pres">
      <dgm:prSet presAssocID="{D160077C-818D-4CD8-8EFD-BB9A7F87BB07}" presName="vert1" presStyleCnt="0"/>
      <dgm:spPr/>
    </dgm:pt>
    <dgm:pt modelId="{A539E710-473B-C64D-8D9C-039780A455BA}" type="pres">
      <dgm:prSet presAssocID="{2EB2871C-C764-4752-AAB8-A1CAB00E45E6}" presName="thickLine" presStyleLbl="alignNode1" presStyleIdx="1" presStyleCnt="5"/>
      <dgm:spPr/>
    </dgm:pt>
    <dgm:pt modelId="{5212E3E3-2240-6C45-A098-5C9A2F1E17AA}" type="pres">
      <dgm:prSet presAssocID="{2EB2871C-C764-4752-AAB8-A1CAB00E45E6}" presName="horz1" presStyleCnt="0"/>
      <dgm:spPr/>
    </dgm:pt>
    <dgm:pt modelId="{6A9E497A-13C5-DB43-BC24-4AAECE515D0B}" type="pres">
      <dgm:prSet presAssocID="{2EB2871C-C764-4752-AAB8-A1CAB00E45E6}" presName="tx1" presStyleLbl="revTx" presStyleIdx="1" presStyleCnt="5"/>
      <dgm:spPr/>
    </dgm:pt>
    <dgm:pt modelId="{6C1D904E-1C33-FB4C-9C3F-CCC31CE79EDE}" type="pres">
      <dgm:prSet presAssocID="{2EB2871C-C764-4752-AAB8-A1CAB00E45E6}" presName="vert1" presStyleCnt="0"/>
      <dgm:spPr/>
    </dgm:pt>
    <dgm:pt modelId="{0F70E5EE-F2B5-494C-9B9F-865D8FEE44FF}" type="pres">
      <dgm:prSet presAssocID="{92CA1394-CD03-46C9-8C0D-35B6B2F2974F}" presName="thickLine" presStyleLbl="alignNode1" presStyleIdx="2" presStyleCnt="5"/>
      <dgm:spPr/>
    </dgm:pt>
    <dgm:pt modelId="{F5CE9137-9E38-4F44-86BD-10B1BBB444AC}" type="pres">
      <dgm:prSet presAssocID="{92CA1394-CD03-46C9-8C0D-35B6B2F2974F}" presName="horz1" presStyleCnt="0"/>
      <dgm:spPr/>
    </dgm:pt>
    <dgm:pt modelId="{74D601CD-6BF3-1E4D-8C93-6C09AF7AB196}" type="pres">
      <dgm:prSet presAssocID="{92CA1394-CD03-46C9-8C0D-35B6B2F2974F}" presName="tx1" presStyleLbl="revTx" presStyleIdx="2" presStyleCnt="5"/>
      <dgm:spPr/>
    </dgm:pt>
    <dgm:pt modelId="{843424EE-DBD2-B649-846E-5B700DEFFDF5}" type="pres">
      <dgm:prSet presAssocID="{92CA1394-CD03-46C9-8C0D-35B6B2F2974F}" presName="vert1" presStyleCnt="0"/>
      <dgm:spPr/>
    </dgm:pt>
    <dgm:pt modelId="{BCEE248B-2530-2849-BB24-7427AD8B5F00}" type="pres">
      <dgm:prSet presAssocID="{E3CC1395-24E0-4B24-A822-BE1CEA4FD4CB}" presName="thickLine" presStyleLbl="alignNode1" presStyleIdx="3" presStyleCnt="5"/>
      <dgm:spPr/>
    </dgm:pt>
    <dgm:pt modelId="{E3CDA29A-92FE-7048-8281-29446E020465}" type="pres">
      <dgm:prSet presAssocID="{E3CC1395-24E0-4B24-A822-BE1CEA4FD4CB}" presName="horz1" presStyleCnt="0"/>
      <dgm:spPr/>
    </dgm:pt>
    <dgm:pt modelId="{74914E73-DBA6-9443-9DAB-A7B6F53FD254}" type="pres">
      <dgm:prSet presAssocID="{E3CC1395-24E0-4B24-A822-BE1CEA4FD4CB}" presName="tx1" presStyleLbl="revTx" presStyleIdx="3" presStyleCnt="5"/>
      <dgm:spPr/>
    </dgm:pt>
    <dgm:pt modelId="{ED3D3868-85F8-2F48-B52C-BFFC160FA000}" type="pres">
      <dgm:prSet presAssocID="{E3CC1395-24E0-4B24-A822-BE1CEA4FD4CB}" presName="vert1" presStyleCnt="0"/>
      <dgm:spPr/>
    </dgm:pt>
    <dgm:pt modelId="{FDFFFA6B-9F0C-174E-8173-54C406A5ED0E}" type="pres">
      <dgm:prSet presAssocID="{68F6146C-4CEA-4AAF-8CB6-C269FDE38AA0}" presName="thickLine" presStyleLbl="alignNode1" presStyleIdx="4" presStyleCnt="5"/>
      <dgm:spPr/>
    </dgm:pt>
    <dgm:pt modelId="{016A87A5-3D33-7A47-870D-2938596C62D4}" type="pres">
      <dgm:prSet presAssocID="{68F6146C-4CEA-4AAF-8CB6-C269FDE38AA0}" presName="horz1" presStyleCnt="0"/>
      <dgm:spPr/>
    </dgm:pt>
    <dgm:pt modelId="{D0B73CBA-B1E7-424E-9BF7-382B09FE1656}" type="pres">
      <dgm:prSet presAssocID="{68F6146C-4CEA-4AAF-8CB6-C269FDE38AA0}" presName="tx1" presStyleLbl="revTx" presStyleIdx="4" presStyleCnt="5"/>
      <dgm:spPr/>
    </dgm:pt>
    <dgm:pt modelId="{F35C7132-83B3-F74A-AF91-3FA0590A30AB}" type="pres">
      <dgm:prSet presAssocID="{68F6146C-4CEA-4AAF-8CB6-C269FDE38AA0}" presName="vert1" presStyleCnt="0"/>
      <dgm:spPr/>
    </dgm:pt>
  </dgm:ptLst>
  <dgm:cxnLst>
    <dgm:cxn modelId="{566EAF12-FF74-4B8F-B35D-762210AA1AF3}" srcId="{3B4EF081-9B0E-4042-ACA7-D3646FC088A5}" destId="{E3CC1395-24E0-4B24-A822-BE1CEA4FD4CB}" srcOrd="3" destOrd="0" parTransId="{53225C35-6CE3-44F0-9DE5-FD28E3872C8B}" sibTransId="{E50E6278-E9CC-4C91-9F21-C4A93C5A630E}"/>
    <dgm:cxn modelId="{9B171B26-BF7D-8B4B-9B05-2914D144A9CF}" type="presOf" srcId="{2EB2871C-C764-4752-AAB8-A1CAB00E45E6}" destId="{6A9E497A-13C5-DB43-BC24-4AAECE515D0B}" srcOrd="0" destOrd="0" presId="urn:microsoft.com/office/officeart/2008/layout/LinedList"/>
    <dgm:cxn modelId="{A7FD9640-C1DF-3C40-9C94-A0A5F6ECC123}" type="presOf" srcId="{92CA1394-CD03-46C9-8C0D-35B6B2F2974F}" destId="{74D601CD-6BF3-1E4D-8C93-6C09AF7AB196}" srcOrd="0" destOrd="0" presId="urn:microsoft.com/office/officeart/2008/layout/LinedList"/>
    <dgm:cxn modelId="{22773256-0482-4725-A1EE-7ED836ACA1EE}" srcId="{3B4EF081-9B0E-4042-ACA7-D3646FC088A5}" destId="{2EB2871C-C764-4752-AAB8-A1CAB00E45E6}" srcOrd="1" destOrd="0" parTransId="{F451A21B-7C99-4D64-8C84-FF599FE70239}" sibTransId="{99413ABB-228E-4E72-A2D8-7F081EAF3A1C}"/>
    <dgm:cxn modelId="{79525D68-9C8A-4665-9FC7-4CE4AEA3EB24}" srcId="{3B4EF081-9B0E-4042-ACA7-D3646FC088A5}" destId="{92CA1394-CD03-46C9-8C0D-35B6B2F2974F}" srcOrd="2" destOrd="0" parTransId="{05E7A75D-B3B7-4A2E-94EA-9689DD1A8646}" sibTransId="{092F8BD5-6756-4344-AD66-31765CDADD56}"/>
    <dgm:cxn modelId="{50B11F7A-927A-7F47-AF97-D3893D06A02F}" type="presOf" srcId="{68F6146C-4CEA-4AAF-8CB6-C269FDE38AA0}" destId="{D0B73CBA-B1E7-424E-9BF7-382B09FE1656}" srcOrd="0" destOrd="0" presId="urn:microsoft.com/office/officeart/2008/layout/LinedList"/>
    <dgm:cxn modelId="{FC1EAE7F-D6CC-4C1A-B278-C80F4C3801E9}" srcId="{3B4EF081-9B0E-4042-ACA7-D3646FC088A5}" destId="{68F6146C-4CEA-4AAF-8CB6-C269FDE38AA0}" srcOrd="4" destOrd="0" parTransId="{98E23262-4A72-4466-B889-8619C807D007}" sibTransId="{295D2033-3765-4F69-B1EB-E97B0FE2B993}"/>
    <dgm:cxn modelId="{BBCAB2A0-4C11-D643-A597-0E84C643CAC3}" type="presOf" srcId="{D160077C-818D-4CD8-8EFD-BB9A7F87BB07}" destId="{7900A741-21A6-BF48-9FCF-6410468170F3}" srcOrd="0" destOrd="0" presId="urn:microsoft.com/office/officeart/2008/layout/LinedList"/>
    <dgm:cxn modelId="{7E1616A7-B93A-E347-A870-D42E077B7E62}" type="presOf" srcId="{3B4EF081-9B0E-4042-ACA7-D3646FC088A5}" destId="{D7E68ECD-DF12-D34B-B7DE-7B9F05C23BF0}" srcOrd="0" destOrd="0" presId="urn:microsoft.com/office/officeart/2008/layout/LinedList"/>
    <dgm:cxn modelId="{88864FD4-2F3B-FB4C-B48A-92A7C265C204}" type="presOf" srcId="{E3CC1395-24E0-4B24-A822-BE1CEA4FD4CB}" destId="{74914E73-DBA6-9443-9DAB-A7B6F53FD254}" srcOrd="0" destOrd="0" presId="urn:microsoft.com/office/officeart/2008/layout/LinedList"/>
    <dgm:cxn modelId="{030468F3-283B-492A-A21D-3EB7BA5EDE07}" srcId="{3B4EF081-9B0E-4042-ACA7-D3646FC088A5}" destId="{D160077C-818D-4CD8-8EFD-BB9A7F87BB07}" srcOrd="0" destOrd="0" parTransId="{98E137BA-8C49-4AC0-BFC1-867930661E1C}" sibTransId="{31A1279D-84E5-4BD7-824F-0497B70F8C29}"/>
    <dgm:cxn modelId="{D417C0EA-5836-734A-9BFE-07F8881ED97B}" type="presParOf" srcId="{D7E68ECD-DF12-D34B-B7DE-7B9F05C23BF0}" destId="{F3292AB0-3E3C-EC48-983D-1F0D017DD960}" srcOrd="0" destOrd="0" presId="urn:microsoft.com/office/officeart/2008/layout/LinedList"/>
    <dgm:cxn modelId="{03EDFD81-3F3B-764E-9755-C09C4022346B}" type="presParOf" srcId="{D7E68ECD-DF12-D34B-B7DE-7B9F05C23BF0}" destId="{DD8797D0-AA1C-764C-996B-E297162299CF}" srcOrd="1" destOrd="0" presId="urn:microsoft.com/office/officeart/2008/layout/LinedList"/>
    <dgm:cxn modelId="{56797E32-F8CA-9F4C-8CC6-EF03803450C0}" type="presParOf" srcId="{DD8797D0-AA1C-764C-996B-E297162299CF}" destId="{7900A741-21A6-BF48-9FCF-6410468170F3}" srcOrd="0" destOrd="0" presId="urn:microsoft.com/office/officeart/2008/layout/LinedList"/>
    <dgm:cxn modelId="{D4F1D250-06A2-E547-BB49-FEE86C6434D6}" type="presParOf" srcId="{DD8797D0-AA1C-764C-996B-E297162299CF}" destId="{1857F547-F9F3-5647-99C0-91E1D0DD19C0}" srcOrd="1" destOrd="0" presId="urn:microsoft.com/office/officeart/2008/layout/LinedList"/>
    <dgm:cxn modelId="{9AED4EE0-1229-6D46-BA16-118522FBD9AC}" type="presParOf" srcId="{D7E68ECD-DF12-D34B-B7DE-7B9F05C23BF0}" destId="{A539E710-473B-C64D-8D9C-039780A455BA}" srcOrd="2" destOrd="0" presId="urn:microsoft.com/office/officeart/2008/layout/LinedList"/>
    <dgm:cxn modelId="{7513FC64-031A-2741-9662-BDA6F3062C1C}" type="presParOf" srcId="{D7E68ECD-DF12-D34B-B7DE-7B9F05C23BF0}" destId="{5212E3E3-2240-6C45-A098-5C9A2F1E17AA}" srcOrd="3" destOrd="0" presId="urn:microsoft.com/office/officeart/2008/layout/LinedList"/>
    <dgm:cxn modelId="{DBBD7857-4A06-C846-9606-482F3D5DC110}" type="presParOf" srcId="{5212E3E3-2240-6C45-A098-5C9A2F1E17AA}" destId="{6A9E497A-13C5-DB43-BC24-4AAECE515D0B}" srcOrd="0" destOrd="0" presId="urn:microsoft.com/office/officeart/2008/layout/LinedList"/>
    <dgm:cxn modelId="{0DBFD3AA-88C0-E140-96A7-3B0C273E72E0}" type="presParOf" srcId="{5212E3E3-2240-6C45-A098-5C9A2F1E17AA}" destId="{6C1D904E-1C33-FB4C-9C3F-CCC31CE79EDE}" srcOrd="1" destOrd="0" presId="urn:microsoft.com/office/officeart/2008/layout/LinedList"/>
    <dgm:cxn modelId="{55D973CA-7143-A44A-A97F-E41FE7ED92F6}" type="presParOf" srcId="{D7E68ECD-DF12-D34B-B7DE-7B9F05C23BF0}" destId="{0F70E5EE-F2B5-494C-9B9F-865D8FEE44FF}" srcOrd="4" destOrd="0" presId="urn:microsoft.com/office/officeart/2008/layout/LinedList"/>
    <dgm:cxn modelId="{26A6FF9F-A548-3741-A3A7-D864C567EF8E}" type="presParOf" srcId="{D7E68ECD-DF12-D34B-B7DE-7B9F05C23BF0}" destId="{F5CE9137-9E38-4F44-86BD-10B1BBB444AC}" srcOrd="5" destOrd="0" presId="urn:microsoft.com/office/officeart/2008/layout/LinedList"/>
    <dgm:cxn modelId="{299837B0-F5C0-CB45-9387-655A2B04B073}" type="presParOf" srcId="{F5CE9137-9E38-4F44-86BD-10B1BBB444AC}" destId="{74D601CD-6BF3-1E4D-8C93-6C09AF7AB196}" srcOrd="0" destOrd="0" presId="urn:microsoft.com/office/officeart/2008/layout/LinedList"/>
    <dgm:cxn modelId="{4562A537-5E31-E547-AE92-E1F6572B5794}" type="presParOf" srcId="{F5CE9137-9E38-4F44-86BD-10B1BBB444AC}" destId="{843424EE-DBD2-B649-846E-5B700DEFFDF5}" srcOrd="1" destOrd="0" presId="urn:microsoft.com/office/officeart/2008/layout/LinedList"/>
    <dgm:cxn modelId="{18DB264A-1038-B848-B347-791C8B05CBAC}" type="presParOf" srcId="{D7E68ECD-DF12-D34B-B7DE-7B9F05C23BF0}" destId="{BCEE248B-2530-2849-BB24-7427AD8B5F00}" srcOrd="6" destOrd="0" presId="urn:microsoft.com/office/officeart/2008/layout/LinedList"/>
    <dgm:cxn modelId="{BA933167-81D2-0146-BAE2-63DC9B0FAC63}" type="presParOf" srcId="{D7E68ECD-DF12-D34B-B7DE-7B9F05C23BF0}" destId="{E3CDA29A-92FE-7048-8281-29446E020465}" srcOrd="7" destOrd="0" presId="urn:microsoft.com/office/officeart/2008/layout/LinedList"/>
    <dgm:cxn modelId="{4AA75E32-D410-FF44-8B0B-925E78FD8C37}" type="presParOf" srcId="{E3CDA29A-92FE-7048-8281-29446E020465}" destId="{74914E73-DBA6-9443-9DAB-A7B6F53FD254}" srcOrd="0" destOrd="0" presId="urn:microsoft.com/office/officeart/2008/layout/LinedList"/>
    <dgm:cxn modelId="{B07CCE35-F193-6946-B5AA-0068437A8EBB}" type="presParOf" srcId="{E3CDA29A-92FE-7048-8281-29446E020465}" destId="{ED3D3868-85F8-2F48-B52C-BFFC160FA000}" srcOrd="1" destOrd="0" presId="urn:microsoft.com/office/officeart/2008/layout/LinedList"/>
    <dgm:cxn modelId="{E3E21E37-84D3-BD49-8BAB-EB70BB485042}" type="presParOf" srcId="{D7E68ECD-DF12-D34B-B7DE-7B9F05C23BF0}" destId="{FDFFFA6B-9F0C-174E-8173-54C406A5ED0E}" srcOrd="8" destOrd="0" presId="urn:microsoft.com/office/officeart/2008/layout/LinedList"/>
    <dgm:cxn modelId="{0899A274-B84E-7D46-B6F3-803E8510B9C2}" type="presParOf" srcId="{D7E68ECD-DF12-D34B-B7DE-7B9F05C23BF0}" destId="{016A87A5-3D33-7A47-870D-2938596C62D4}" srcOrd="9" destOrd="0" presId="urn:microsoft.com/office/officeart/2008/layout/LinedList"/>
    <dgm:cxn modelId="{C7564212-78AC-5E46-B6FC-91AC059C4022}" type="presParOf" srcId="{016A87A5-3D33-7A47-870D-2938596C62D4}" destId="{D0B73CBA-B1E7-424E-9BF7-382B09FE1656}" srcOrd="0" destOrd="0" presId="urn:microsoft.com/office/officeart/2008/layout/LinedList"/>
    <dgm:cxn modelId="{F6427583-2299-8B40-80CD-C4CF59D6656F}" type="presParOf" srcId="{016A87A5-3D33-7A47-870D-2938596C62D4}" destId="{F35C7132-83B3-F74A-AF91-3FA0590A30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04456A-480A-420E-A886-F28CB9DEB01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87EE01-A57D-4829-A3C4-BA055E11E3A6}">
      <dgm:prSet/>
      <dgm:spPr/>
      <dgm:t>
        <a:bodyPr/>
        <a:lstStyle/>
        <a:p>
          <a:r>
            <a:rPr lang="en-US"/>
            <a:t>Classification</a:t>
          </a:r>
        </a:p>
      </dgm:t>
    </dgm:pt>
    <dgm:pt modelId="{46476BEC-B2A1-4C0C-92BB-0CCE1EA3477B}" type="parTrans" cxnId="{794A8953-54C8-4337-9DAF-E9478CDF3101}">
      <dgm:prSet/>
      <dgm:spPr/>
      <dgm:t>
        <a:bodyPr/>
        <a:lstStyle/>
        <a:p>
          <a:endParaRPr lang="en-US"/>
        </a:p>
      </dgm:t>
    </dgm:pt>
    <dgm:pt modelId="{96E4EECF-C404-4A22-A164-F4FE3A534DC2}" type="sibTrans" cxnId="{794A8953-54C8-4337-9DAF-E9478CDF3101}">
      <dgm:prSet/>
      <dgm:spPr/>
      <dgm:t>
        <a:bodyPr/>
        <a:lstStyle/>
        <a:p>
          <a:endParaRPr lang="en-US"/>
        </a:p>
      </dgm:t>
    </dgm:pt>
    <dgm:pt modelId="{F057346D-F4A4-4FE1-98B7-3E14C08FC370}">
      <dgm:prSet/>
      <dgm:spPr/>
      <dgm:t>
        <a:bodyPr/>
        <a:lstStyle/>
        <a:p>
          <a:r>
            <a:rPr lang="en-US"/>
            <a:t>Scoring</a:t>
          </a:r>
        </a:p>
      </dgm:t>
    </dgm:pt>
    <dgm:pt modelId="{3AED3F4F-CFE8-47C3-ABE7-6756AF61C41B}" type="parTrans" cxnId="{B1248B7B-CD93-4639-8474-1B3456739376}">
      <dgm:prSet/>
      <dgm:spPr/>
      <dgm:t>
        <a:bodyPr/>
        <a:lstStyle/>
        <a:p>
          <a:endParaRPr lang="en-US"/>
        </a:p>
      </dgm:t>
    </dgm:pt>
    <dgm:pt modelId="{1474B82E-E085-45D1-85B9-825A9EA96642}" type="sibTrans" cxnId="{B1248B7B-CD93-4639-8474-1B3456739376}">
      <dgm:prSet/>
      <dgm:spPr/>
      <dgm:t>
        <a:bodyPr/>
        <a:lstStyle/>
        <a:p>
          <a:endParaRPr lang="en-US"/>
        </a:p>
      </dgm:t>
    </dgm:pt>
    <dgm:pt modelId="{1A294772-2A55-7B4B-B4A4-1B65175246AE}" type="pres">
      <dgm:prSet presAssocID="{B004456A-480A-420E-A886-F28CB9DEB01A}" presName="vert0" presStyleCnt="0">
        <dgm:presLayoutVars>
          <dgm:dir/>
          <dgm:animOne val="branch"/>
          <dgm:animLvl val="lvl"/>
        </dgm:presLayoutVars>
      </dgm:prSet>
      <dgm:spPr/>
    </dgm:pt>
    <dgm:pt modelId="{0ECCF445-EFBC-114A-AE14-1C3A7E2071EA}" type="pres">
      <dgm:prSet presAssocID="{7987EE01-A57D-4829-A3C4-BA055E11E3A6}" presName="thickLine" presStyleLbl="alignNode1" presStyleIdx="0" presStyleCnt="2"/>
      <dgm:spPr/>
    </dgm:pt>
    <dgm:pt modelId="{3D5C007D-E0A2-224A-ACB9-80CD5CAF16B2}" type="pres">
      <dgm:prSet presAssocID="{7987EE01-A57D-4829-A3C4-BA055E11E3A6}" presName="horz1" presStyleCnt="0"/>
      <dgm:spPr/>
    </dgm:pt>
    <dgm:pt modelId="{B2624A2A-4835-AF47-80AB-692D7E1B8BBC}" type="pres">
      <dgm:prSet presAssocID="{7987EE01-A57D-4829-A3C4-BA055E11E3A6}" presName="tx1" presStyleLbl="revTx" presStyleIdx="0" presStyleCnt="2"/>
      <dgm:spPr/>
    </dgm:pt>
    <dgm:pt modelId="{5C4423FC-20CC-0046-9E04-A4FEDADDF916}" type="pres">
      <dgm:prSet presAssocID="{7987EE01-A57D-4829-A3C4-BA055E11E3A6}" presName="vert1" presStyleCnt="0"/>
      <dgm:spPr/>
    </dgm:pt>
    <dgm:pt modelId="{9DE9210D-A553-254A-99A2-4DA7B95FC8FB}" type="pres">
      <dgm:prSet presAssocID="{F057346D-F4A4-4FE1-98B7-3E14C08FC370}" presName="thickLine" presStyleLbl="alignNode1" presStyleIdx="1" presStyleCnt="2"/>
      <dgm:spPr/>
    </dgm:pt>
    <dgm:pt modelId="{543A39A2-8F23-DA41-A818-D6471E481920}" type="pres">
      <dgm:prSet presAssocID="{F057346D-F4A4-4FE1-98B7-3E14C08FC370}" presName="horz1" presStyleCnt="0"/>
      <dgm:spPr/>
    </dgm:pt>
    <dgm:pt modelId="{CF61AA98-63E4-EC43-88DC-C2C36C7C4A25}" type="pres">
      <dgm:prSet presAssocID="{F057346D-F4A4-4FE1-98B7-3E14C08FC370}" presName="tx1" presStyleLbl="revTx" presStyleIdx="1" presStyleCnt="2"/>
      <dgm:spPr/>
    </dgm:pt>
    <dgm:pt modelId="{FCB63F69-68A6-E74C-AA14-F587C26D9F57}" type="pres">
      <dgm:prSet presAssocID="{F057346D-F4A4-4FE1-98B7-3E14C08FC370}" presName="vert1" presStyleCnt="0"/>
      <dgm:spPr/>
    </dgm:pt>
  </dgm:ptLst>
  <dgm:cxnLst>
    <dgm:cxn modelId="{C94D0045-A2EF-3847-B6ED-73B33AF082AD}" type="presOf" srcId="{B004456A-480A-420E-A886-F28CB9DEB01A}" destId="{1A294772-2A55-7B4B-B4A4-1B65175246AE}" srcOrd="0" destOrd="0" presId="urn:microsoft.com/office/officeart/2008/layout/LinedList"/>
    <dgm:cxn modelId="{00469F4D-E758-0D4B-AA30-9F4F683C71E5}" type="presOf" srcId="{F057346D-F4A4-4FE1-98B7-3E14C08FC370}" destId="{CF61AA98-63E4-EC43-88DC-C2C36C7C4A25}" srcOrd="0" destOrd="0" presId="urn:microsoft.com/office/officeart/2008/layout/LinedList"/>
    <dgm:cxn modelId="{794A8953-54C8-4337-9DAF-E9478CDF3101}" srcId="{B004456A-480A-420E-A886-F28CB9DEB01A}" destId="{7987EE01-A57D-4829-A3C4-BA055E11E3A6}" srcOrd="0" destOrd="0" parTransId="{46476BEC-B2A1-4C0C-92BB-0CCE1EA3477B}" sibTransId="{96E4EECF-C404-4A22-A164-F4FE3A534DC2}"/>
    <dgm:cxn modelId="{B1248B7B-CD93-4639-8474-1B3456739376}" srcId="{B004456A-480A-420E-A886-F28CB9DEB01A}" destId="{F057346D-F4A4-4FE1-98B7-3E14C08FC370}" srcOrd="1" destOrd="0" parTransId="{3AED3F4F-CFE8-47C3-ABE7-6756AF61C41B}" sibTransId="{1474B82E-E085-45D1-85B9-825A9EA96642}"/>
    <dgm:cxn modelId="{F7B9F1AF-44F2-9F43-BE20-8E1B18A6120C}" type="presOf" srcId="{7987EE01-A57D-4829-A3C4-BA055E11E3A6}" destId="{B2624A2A-4835-AF47-80AB-692D7E1B8BBC}" srcOrd="0" destOrd="0" presId="urn:microsoft.com/office/officeart/2008/layout/LinedList"/>
    <dgm:cxn modelId="{37F7A725-5E57-9543-A029-25E0524F22ED}" type="presParOf" srcId="{1A294772-2A55-7B4B-B4A4-1B65175246AE}" destId="{0ECCF445-EFBC-114A-AE14-1C3A7E2071EA}" srcOrd="0" destOrd="0" presId="urn:microsoft.com/office/officeart/2008/layout/LinedList"/>
    <dgm:cxn modelId="{5F498679-ECAA-0443-BF82-15E6713A1FB1}" type="presParOf" srcId="{1A294772-2A55-7B4B-B4A4-1B65175246AE}" destId="{3D5C007D-E0A2-224A-ACB9-80CD5CAF16B2}" srcOrd="1" destOrd="0" presId="urn:microsoft.com/office/officeart/2008/layout/LinedList"/>
    <dgm:cxn modelId="{02905A4E-1BFD-B241-B1C6-888D33D4D71D}" type="presParOf" srcId="{3D5C007D-E0A2-224A-ACB9-80CD5CAF16B2}" destId="{B2624A2A-4835-AF47-80AB-692D7E1B8BBC}" srcOrd="0" destOrd="0" presId="urn:microsoft.com/office/officeart/2008/layout/LinedList"/>
    <dgm:cxn modelId="{ABB0894E-03BD-E447-8779-BB459C912EDA}" type="presParOf" srcId="{3D5C007D-E0A2-224A-ACB9-80CD5CAF16B2}" destId="{5C4423FC-20CC-0046-9E04-A4FEDADDF916}" srcOrd="1" destOrd="0" presId="urn:microsoft.com/office/officeart/2008/layout/LinedList"/>
    <dgm:cxn modelId="{72D323E3-37C0-6E41-92D3-6C1B63F8F94A}" type="presParOf" srcId="{1A294772-2A55-7B4B-B4A4-1B65175246AE}" destId="{9DE9210D-A553-254A-99A2-4DA7B95FC8FB}" srcOrd="2" destOrd="0" presId="urn:microsoft.com/office/officeart/2008/layout/LinedList"/>
    <dgm:cxn modelId="{B1DFEDD9-E822-C347-B955-37CC7B4F8995}" type="presParOf" srcId="{1A294772-2A55-7B4B-B4A4-1B65175246AE}" destId="{543A39A2-8F23-DA41-A818-D6471E481920}" srcOrd="3" destOrd="0" presId="urn:microsoft.com/office/officeart/2008/layout/LinedList"/>
    <dgm:cxn modelId="{28CD5B3B-9C95-C144-A623-0FD499E28191}" type="presParOf" srcId="{543A39A2-8F23-DA41-A818-D6471E481920}" destId="{CF61AA98-63E4-EC43-88DC-C2C36C7C4A25}" srcOrd="0" destOrd="0" presId="urn:microsoft.com/office/officeart/2008/layout/LinedList"/>
    <dgm:cxn modelId="{22317967-0463-4243-999A-7AB970D01229}" type="presParOf" srcId="{543A39A2-8F23-DA41-A818-D6471E481920}" destId="{FCB63F69-68A6-E74C-AA14-F587C26D9F5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62D925-E3A6-4E6D-8762-DC6B63B6E7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548462-EE46-4F20-B490-B9A15C1FE76A}">
      <dgm:prSet/>
      <dgm:spPr/>
      <dgm:t>
        <a:bodyPr/>
        <a:lstStyle/>
        <a:p>
          <a:r>
            <a:rPr lang="en-US"/>
            <a:t>Create a run to buy basic goods</a:t>
          </a:r>
        </a:p>
      </dgm:t>
    </dgm:pt>
    <dgm:pt modelId="{27E6D54F-606D-4315-84FB-7211D74FB31C}" type="parTrans" cxnId="{1E9E20B0-17AF-49D8-AB2C-FF3840BDDBE2}">
      <dgm:prSet/>
      <dgm:spPr/>
      <dgm:t>
        <a:bodyPr/>
        <a:lstStyle/>
        <a:p>
          <a:endParaRPr lang="en-US"/>
        </a:p>
      </dgm:t>
    </dgm:pt>
    <dgm:pt modelId="{74F65666-D043-4108-928A-DD0DBE12A8AF}" type="sibTrans" cxnId="{1E9E20B0-17AF-49D8-AB2C-FF3840BDDBE2}">
      <dgm:prSet/>
      <dgm:spPr/>
      <dgm:t>
        <a:bodyPr/>
        <a:lstStyle/>
        <a:p>
          <a:endParaRPr lang="en-US"/>
        </a:p>
      </dgm:t>
    </dgm:pt>
    <dgm:pt modelId="{4A39CC63-6755-4224-81EF-99732616E231}">
      <dgm:prSet/>
      <dgm:spPr/>
      <dgm:t>
        <a:bodyPr/>
        <a:lstStyle/>
        <a:p>
          <a:r>
            <a:rPr lang="en-US"/>
            <a:t>Manipulate media</a:t>
          </a:r>
        </a:p>
      </dgm:t>
    </dgm:pt>
    <dgm:pt modelId="{D055BD49-5414-43F5-809A-6B9F7D8A708D}" type="parTrans" cxnId="{C2CF1923-D501-4B34-8725-C06C4AA2A2CF}">
      <dgm:prSet/>
      <dgm:spPr/>
      <dgm:t>
        <a:bodyPr/>
        <a:lstStyle/>
        <a:p>
          <a:endParaRPr lang="en-US"/>
        </a:p>
      </dgm:t>
    </dgm:pt>
    <dgm:pt modelId="{40F2409C-1A02-478E-8EC8-24BF80EFF179}" type="sibTrans" cxnId="{C2CF1923-D501-4B34-8725-C06C4AA2A2CF}">
      <dgm:prSet/>
      <dgm:spPr/>
      <dgm:t>
        <a:bodyPr/>
        <a:lstStyle/>
        <a:p>
          <a:endParaRPr lang="en-US"/>
        </a:p>
      </dgm:t>
    </dgm:pt>
    <dgm:pt modelId="{A7DEE040-D4AE-4564-B15C-08B883CDACA9}">
      <dgm:prSet/>
      <dgm:spPr/>
      <dgm:t>
        <a:bodyPr/>
        <a:lstStyle/>
        <a:p>
          <a:r>
            <a:rPr lang="en-US"/>
            <a:t>Manipulate political views</a:t>
          </a:r>
        </a:p>
      </dgm:t>
    </dgm:pt>
    <dgm:pt modelId="{BFA77DA1-8CF2-4E17-8250-8560D02C533D}" type="parTrans" cxnId="{D630FF68-A29A-4C03-9612-061A5F82F321}">
      <dgm:prSet/>
      <dgm:spPr/>
      <dgm:t>
        <a:bodyPr/>
        <a:lstStyle/>
        <a:p>
          <a:endParaRPr lang="en-US"/>
        </a:p>
      </dgm:t>
    </dgm:pt>
    <dgm:pt modelId="{63E77E4B-2D7E-4997-BEA1-01F6FCF6502B}" type="sibTrans" cxnId="{D630FF68-A29A-4C03-9612-061A5F82F321}">
      <dgm:prSet/>
      <dgm:spPr/>
      <dgm:t>
        <a:bodyPr/>
        <a:lstStyle/>
        <a:p>
          <a:endParaRPr lang="en-US"/>
        </a:p>
      </dgm:t>
    </dgm:pt>
    <dgm:pt modelId="{D8DCB2A1-EC3F-4F6E-B621-A57D110BEC05}" type="pres">
      <dgm:prSet presAssocID="{A262D925-E3A6-4E6D-8762-DC6B63B6E74B}" presName="root" presStyleCnt="0">
        <dgm:presLayoutVars>
          <dgm:dir/>
          <dgm:resizeHandles val="exact"/>
        </dgm:presLayoutVars>
      </dgm:prSet>
      <dgm:spPr/>
    </dgm:pt>
    <dgm:pt modelId="{518D43CB-285E-4C49-A160-01005B7D5650}" type="pres">
      <dgm:prSet presAssocID="{6F548462-EE46-4F20-B490-B9A15C1FE76A}" presName="compNode" presStyleCnt="0"/>
      <dgm:spPr/>
    </dgm:pt>
    <dgm:pt modelId="{69316054-51FF-4633-B32B-66286901F376}" type="pres">
      <dgm:prSet presAssocID="{6F548462-EE46-4F20-B490-B9A15C1FE76A}" presName="bgRect" presStyleLbl="bgShp" presStyleIdx="0" presStyleCnt="3"/>
      <dgm:spPr/>
    </dgm:pt>
    <dgm:pt modelId="{CD134360-3079-4551-820E-485CAE8234C4}" type="pres">
      <dgm:prSet presAssocID="{6F548462-EE46-4F20-B490-B9A15C1FE7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0587FEE-B43B-42C9-BEE4-1CAB7AC417D6}" type="pres">
      <dgm:prSet presAssocID="{6F548462-EE46-4F20-B490-B9A15C1FE76A}" presName="spaceRect" presStyleCnt="0"/>
      <dgm:spPr/>
    </dgm:pt>
    <dgm:pt modelId="{D3558983-74E1-4480-BC4C-43A078924AB3}" type="pres">
      <dgm:prSet presAssocID="{6F548462-EE46-4F20-B490-B9A15C1FE76A}" presName="parTx" presStyleLbl="revTx" presStyleIdx="0" presStyleCnt="3">
        <dgm:presLayoutVars>
          <dgm:chMax val="0"/>
          <dgm:chPref val="0"/>
        </dgm:presLayoutVars>
      </dgm:prSet>
      <dgm:spPr/>
    </dgm:pt>
    <dgm:pt modelId="{776B8D8C-66C6-4D36-95F1-646AE13876FF}" type="pres">
      <dgm:prSet presAssocID="{74F65666-D043-4108-928A-DD0DBE12A8AF}" presName="sibTrans" presStyleCnt="0"/>
      <dgm:spPr/>
    </dgm:pt>
    <dgm:pt modelId="{7636A5B1-EE1F-490C-B4FB-527A48435DE8}" type="pres">
      <dgm:prSet presAssocID="{4A39CC63-6755-4224-81EF-99732616E231}" presName="compNode" presStyleCnt="0"/>
      <dgm:spPr/>
    </dgm:pt>
    <dgm:pt modelId="{00FDD692-81F7-47E7-93E6-44EFCD08DA48}" type="pres">
      <dgm:prSet presAssocID="{4A39CC63-6755-4224-81EF-99732616E231}" presName="bgRect" presStyleLbl="bgShp" presStyleIdx="1" presStyleCnt="3"/>
      <dgm:spPr/>
    </dgm:pt>
    <dgm:pt modelId="{8D8A9420-BE36-41ED-BEAB-7F2354A3763B}" type="pres">
      <dgm:prSet presAssocID="{4A39CC63-6755-4224-81EF-99732616E2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7E79F79-94DA-4A33-A5ED-0C391BDE39F8}" type="pres">
      <dgm:prSet presAssocID="{4A39CC63-6755-4224-81EF-99732616E231}" presName="spaceRect" presStyleCnt="0"/>
      <dgm:spPr/>
    </dgm:pt>
    <dgm:pt modelId="{F98F0B49-407A-4A4E-8E0B-9EF61703429F}" type="pres">
      <dgm:prSet presAssocID="{4A39CC63-6755-4224-81EF-99732616E231}" presName="parTx" presStyleLbl="revTx" presStyleIdx="1" presStyleCnt="3">
        <dgm:presLayoutVars>
          <dgm:chMax val="0"/>
          <dgm:chPref val="0"/>
        </dgm:presLayoutVars>
      </dgm:prSet>
      <dgm:spPr/>
    </dgm:pt>
    <dgm:pt modelId="{B45B1F66-32EE-425A-B389-E337E9FED885}" type="pres">
      <dgm:prSet presAssocID="{40F2409C-1A02-478E-8EC8-24BF80EFF179}" presName="sibTrans" presStyleCnt="0"/>
      <dgm:spPr/>
    </dgm:pt>
    <dgm:pt modelId="{FC15A7D7-4E89-4375-86D6-E4AF46F53A80}" type="pres">
      <dgm:prSet presAssocID="{A7DEE040-D4AE-4564-B15C-08B883CDACA9}" presName="compNode" presStyleCnt="0"/>
      <dgm:spPr/>
    </dgm:pt>
    <dgm:pt modelId="{2F5A6361-87C1-459E-A8FA-9A512E105E4E}" type="pres">
      <dgm:prSet presAssocID="{A7DEE040-D4AE-4564-B15C-08B883CDACA9}" presName="bgRect" presStyleLbl="bgShp" presStyleIdx="2" presStyleCnt="3"/>
      <dgm:spPr/>
    </dgm:pt>
    <dgm:pt modelId="{420FEB3E-F385-47BA-B632-C63BCECA5094}" type="pres">
      <dgm:prSet presAssocID="{A7DEE040-D4AE-4564-B15C-08B883CDAC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DEF6B02C-59EF-4306-9876-868B6F6B69E8}" type="pres">
      <dgm:prSet presAssocID="{A7DEE040-D4AE-4564-B15C-08B883CDACA9}" presName="spaceRect" presStyleCnt="0"/>
      <dgm:spPr/>
    </dgm:pt>
    <dgm:pt modelId="{DA0A5037-1E53-4FC9-BB61-DE0513CE405C}" type="pres">
      <dgm:prSet presAssocID="{A7DEE040-D4AE-4564-B15C-08B883CDACA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CF1923-D501-4B34-8725-C06C4AA2A2CF}" srcId="{A262D925-E3A6-4E6D-8762-DC6B63B6E74B}" destId="{4A39CC63-6755-4224-81EF-99732616E231}" srcOrd="1" destOrd="0" parTransId="{D055BD49-5414-43F5-809A-6B9F7D8A708D}" sibTransId="{40F2409C-1A02-478E-8EC8-24BF80EFF179}"/>
    <dgm:cxn modelId="{B4EF9539-44CE-4E94-8EFC-9F57AFCE09EF}" type="presOf" srcId="{A7DEE040-D4AE-4564-B15C-08B883CDACA9}" destId="{DA0A5037-1E53-4FC9-BB61-DE0513CE405C}" srcOrd="0" destOrd="0" presId="urn:microsoft.com/office/officeart/2018/2/layout/IconVerticalSolidList"/>
    <dgm:cxn modelId="{D630FF68-A29A-4C03-9612-061A5F82F321}" srcId="{A262D925-E3A6-4E6D-8762-DC6B63B6E74B}" destId="{A7DEE040-D4AE-4564-B15C-08B883CDACA9}" srcOrd="2" destOrd="0" parTransId="{BFA77DA1-8CF2-4E17-8250-8560D02C533D}" sibTransId="{63E77E4B-2D7E-4997-BEA1-01F6FCF6502B}"/>
    <dgm:cxn modelId="{572CCE99-3BA1-4036-8A46-080B6A822B14}" type="presOf" srcId="{A262D925-E3A6-4E6D-8762-DC6B63B6E74B}" destId="{D8DCB2A1-EC3F-4F6E-B621-A57D110BEC05}" srcOrd="0" destOrd="0" presId="urn:microsoft.com/office/officeart/2018/2/layout/IconVerticalSolidList"/>
    <dgm:cxn modelId="{1E9E20B0-17AF-49D8-AB2C-FF3840BDDBE2}" srcId="{A262D925-E3A6-4E6D-8762-DC6B63B6E74B}" destId="{6F548462-EE46-4F20-B490-B9A15C1FE76A}" srcOrd="0" destOrd="0" parTransId="{27E6D54F-606D-4315-84FB-7211D74FB31C}" sibTransId="{74F65666-D043-4108-928A-DD0DBE12A8AF}"/>
    <dgm:cxn modelId="{865D83BA-3EC9-493D-9C74-FA1A98F4E3FE}" type="presOf" srcId="{4A39CC63-6755-4224-81EF-99732616E231}" destId="{F98F0B49-407A-4A4E-8E0B-9EF61703429F}" srcOrd="0" destOrd="0" presId="urn:microsoft.com/office/officeart/2018/2/layout/IconVerticalSolidList"/>
    <dgm:cxn modelId="{C24CBEE1-69AF-4207-9530-FAECC3F469FB}" type="presOf" srcId="{6F548462-EE46-4F20-B490-B9A15C1FE76A}" destId="{D3558983-74E1-4480-BC4C-43A078924AB3}" srcOrd="0" destOrd="0" presId="urn:microsoft.com/office/officeart/2018/2/layout/IconVerticalSolidList"/>
    <dgm:cxn modelId="{BA6B1083-706B-4A24-A326-1A52FB2E3B06}" type="presParOf" srcId="{D8DCB2A1-EC3F-4F6E-B621-A57D110BEC05}" destId="{518D43CB-285E-4C49-A160-01005B7D5650}" srcOrd="0" destOrd="0" presId="urn:microsoft.com/office/officeart/2018/2/layout/IconVerticalSolidList"/>
    <dgm:cxn modelId="{B8294FB5-0313-40E3-B8BA-B8FB3E7B5CB7}" type="presParOf" srcId="{518D43CB-285E-4C49-A160-01005B7D5650}" destId="{69316054-51FF-4633-B32B-66286901F376}" srcOrd="0" destOrd="0" presId="urn:microsoft.com/office/officeart/2018/2/layout/IconVerticalSolidList"/>
    <dgm:cxn modelId="{7107AD1D-D1DF-4EB8-AB87-3F229D900283}" type="presParOf" srcId="{518D43CB-285E-4C49-A160-01005B7D5650}" destId="{CD134360-3079-4551-820E-485CAE8234C4}" srcOrd="1" destOrd="0" presId="urn:microsoft.com/office/officeart/2018/2/layout/IconVerticalSolidList"/>
    <dgm:cxn modelId="{4DFF274E-119E-48B7-B787-F6C02B277D96}" type="presParOf" srcId="{518D43CB-285E-4C49-A160-01005B7D5650}" destId="{90587FEE-B43B-42C9-BEE4-1CAB7AC417D6}" srcOrd="2" destOrd="0" presId="urn:microsoft.com/office/officeart/2018/2/layout/IconVerticalSolidList"/>
    <dgm:cxn modelId="{7A246444-FDCA-4C3A-8066-6D7C821C6798}" type="presParOf" srcId="{518D43CB-285E-4C49-A160-01005B7D5650}" destId="{D3558983-74E1-4480-BC4C-43A078924AB3}" srcOrd="3" destOrd="0" presId="urn:microsoft.com/office/officeart/2018/2/layout/IconVerticalSolidList"/>
    <dgm:cxn modelId="{0CF65D35-D166-4D28-8131-C65E02B0D82C}" type="presParOf" srcId="{D8DCB2A1-EC3F-4F6E-B621-A57D110BEC05}" destId="{776B8D8C-66C6-4D36-95F1-646AE13876FF}" srcOrd="1" destOrd="0" presId="urn:microsoft.com/office/officeart/2018/2/layout/IconVerticalSolidList"/>
    <dgm:cxn modelId="{CDDC551E-FB0F-48FC-961A-12F869860E22}" type="presParOf" srcId="{D8DCB2A1-EC3F-4F6E-B621-A57D110BEC05}" destId="{7636A5B1-EE1F-490C-B4FB-527A48435DE8}" srcOrd="2" destOrd="0" presId="urn:microsoft.com/office/officeart/2018/2/layout/IconVerticalSolidList"/>
    <dgm:cxn modelId="{714CB643-D886-4196-B443-420280FF67BF}" type="presParOf" srcId="{7636A5B1-EE1F-490C-B4FB-527A48435DE8}" destId="{00FDD692-81F7-47E7-93E6-44EFCD08DA48}" srcOrd="0" destOrd="0" presId="urn:microsoft.com/office/officeart/2018/2/layout/IconVerticalSolidList"/>
    <dgm:cxn modelId="{2148C7B0-27EB-408C-9DF1-E81BAEE0F00D}" type="presParOf" srcId="{7636A5B1-EE1F-490C-B4FB-527A48435DE8}" destId="{8D8A9420-BE36-41ED-BEAB-7F2354A3763B}" srcOrd="1" destOrd="0" presId="urn:microsoft.com/office/officeart/2018/2/layout/IconVerticalSolidList"/>
    <dgm:cxn modelId="{76EC075F-2EDC-48D3-9236-21BCA2BB065D}" type="presParOf" srcId="{7636A5B1-EE1F-490C-B4FB-527A48435DE8}" destId="{A7E79F79-94DA-4A33-A5ED-0C391BDE39F8}" srcOrd="2" destOrd="0" presId="urn:microsoft.com/office/officeart/2018/2/layout/IconVerticalSolidList"/>
    <dgm:cxn modelId="{1ED5A8C5-3268-49D5-A464-4A29A5C9CA32}" type="presParOf" srcId="{7636A5B1-EE1F-490C-B4FB-527A48435DE8}" destId="{F98F0B49-407A-4A4E-8E0B-9EF61703429F}" srcOrd="3" destOrd="0" presId="urn:microsoft.com/office/officeart/2018/2/layout/IconVerticalSolidList"/>
    <dgm:cxn modelId="{BE455DAA-7293-42C8-9E55-9724336B5CBF}" type="presParOf" srcId="{D8DCB2A1-EC3F-4F6E-B621-A57D110BEC05}" destId="{B45B1F66-32EE-425A-B389-E337E9FED885}" srcOrd="3" destOrd="0" presId="urn:microsoft.com/office/officeart/2018/2/layout/IconVerticalSolidList"/>
    <dgm:cxn modelId="{8681CACF-BC0B-4C24-B214-B051CAC3F846}" type="presParOf" srcId="{D8DCB2A1-EC3F-4F6E-B621-A57D110BEC05}" destId="{FC15A7D7-4E89-4375-86D6-E4AF46F53A80}" srcOrd="4" destOrd="0" presId="urn:microsoft.com/office/officeart/2018/2/layout/IconVerticalSolidList"/>
    <dgm:cxn modelId="{285DF7CC-7374-4B37-B31B-1B60C7362C6F}" type="presParOf" srcId="{FC15A7D7-4E89-4375-86D6-E4AF46F53A80}" destId="{2F5A6361-87C1-459E-A8FA-9A512E105E4E}" srcOrd="0" destOrd="0" presId="urn:microsoft.com/office/officeart/2018/2/layout/IconVerticalSolidList"/>
    <dgm:cxn modelId="{9EA25925-E3B8-4C7D-ABC0-DEC06D50C3B8}" type="presParOf" srcId="{FC15A7D7-4E89-4375-86D6-E4AF46F53A80}" destId="{420FEB3E-F385-47BA-B632-C63BCECA5094}" srcOrd="1" destOrd="0" presId="urn:microsoft.com/office/officeart/2018/2/layout/IconVerticalSolidList"/>
    <dgm:cxn modelId="{6E8B1DF4-E901-44C0-AA40-DD1F1B6B2339}" type="presParOf" srcId="{FC15A7D7-4E89-4375-86D6-E4AF46F53A80}" destId="{DEF6B02C-59EF-4306-9876-868B6F6B69E8}" srcOrd="2" destOrd="0" presId="urn:microsoft.com/office/officeart/2018/2/layout/IconVerticalSolidList"/>
    <dgm:cxn modelId="{788808AA-4A60-480B-8F81-78C4C20C1505}" type="presParOf" srcId="{FC15A7D7-4E89-4375-86D6-E4AF46F53A80}" destId="{DA0A5037-1E53-4FC9-BB61-DE0513CE40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32DAC-82D2-4C02-9DCC-A394760545D7}">
      <dsp:nvSpPr>
        <dsp:cNvPr id="0" name=""/>
        <dsp:cNvSpPr/>
      </dsp:nvSpPr>
      <dsp:spPr>
        <a:xfrm>
          <a:off x="0" y="678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B68FC-BCA9-49D7-ABE6-4AF7EC6A2AFE}">
      <dsp:nvSpPr>
        <dsp:cNvPr id="0" name=""/>
        <dsp:cNvSpPr/>
      </dsp:nvSpPr>
      <dsp:spPr>
        <a:xfrm>
          <a:off x="480498" y="358074"/>
          <a:ext cx="873632" cy="873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69168-9B06-4A20-B1C1-2C78D737AEB5}">
      <dsp:nvSpPr>
        <dsp:cNvPr id="0" name=""/>
        <dsp:cNvSpPr/>
      </dsp:nvSpPr>
      <dsp:spPr>
        <a:xfrm>
          <a:off x="1834628" y="678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Raw engagement</a:t>
          </a:r>
        </a:p>
      </dsp:txBody>
      <dsp:txXfrm>
        <a:off x="1834628" y="678"/>
        <a:ext cx="4469100" cy="1588423"/>
      </dsp:txXfrm>
    </dsp:sp>
    <dsp:sp modelId="{4015AF55-A892-41BC-8345-90EF9485E7F3}">
      <dsp:nvSpPr>
        <dsp:cNvPr id="0" name=""/>
        <dsp:cNvSpPr/>
      </dsp:nvSpPr>
      <dsp:spPr>
        <a:xfrm>
          <a:off x="0" y="1986207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EFC11-4420-421E-B4C1-072B0BD78B74}">
      <dsp:nvSpPr>
        <dsp:cNvPr id="0" name=""/>
        <dsp:cNvSpPr/>
      </dsp:nvSpPr>
      <dsp:spPr>
        <a:xfrm>
          <a:off x="480498" y="2343603"/>
          <a:ext cx="873632" cy="873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0DAA5-3E37-4D26-9210-E101CC963D23}">
      <dsp:nvSpPr>
        <dsp:cNvPr id="0" name=""/>
        <dsp:cNvSpPr/>
      </dsp:nvSpPr>
      <dsp:spPr>
        <a:xfrm>
          <a:off x="1834628" y="1986207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Machine Learning</a:t>
          </a:r>
        </a:p>
      </dsp:txBody>
      <dsp:txXfrm>
        <a:off x="1834628" y="1986207"/>
        <a:ext cx="4469100" cy="1588423"/>
      </dsp:txXfrm>
    </dsp:sp>
    <dsp:sp modelId="{651BC64A-A459-4C48-9615-642DB7B3E313}">
      <dsp:nvSpPr>
        <dsp:cNvPr id="0" name=""/>
        <dsp:cNvSpPr/>
      </dsp:nvSpPr>
      <dsp:spPr>
        <a:xfrm>
          <a:off x="0" y="3971736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E5A66-469A-4999-AC35-6AF37951F87D}">
      <dsp:nvSpPr>
        <dsp:cNvPr id="0" name=""/>
        <dsp:cNvSpPr/>
      </dsp:nvSpPr>
      <dsp:spPr>
        <a:xfrm>
          <a:off x="480498" y="4329132"/>
          <a:ext cx="873632" cy="873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29AE1-22CC-4A28-B3E0-03626C6A92AA}">
      <dsp:nvSpPr>
        <dsp:cNvPr id="0" name=""/>
        <dsp:cNvSpPr/>
      </dsp:nvSpPr>
      <dsp:spPr>
        <a:xfrm>
          <a:off x="1834628" y="3971736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Aggregations</a:t>
          </a:r>
        </a:p>
      </dsp:txBody>
      <dsp:txXfrm>
        <a:off x="1834628" y="3971736"/>
        <a:ext cx="4469100" cy="1588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92AB0-3E3C-EC48-983D-1F0D017DD960}">
      <dsp:nvSpPr>
        <dsp:cNvPr id="0" name=""/>
        <dsp:cNvSpPr/>
      </dsp:nvSpPr>
      <dsp:spPr>
        <a:xfrm>
          <a:off x="0" y="678"/>
          <a:ext cx="63037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0A741-21A6-BF48-9FCF-6410468170F3}">
      <dsp:nvSpPr>
        <dsp:cNvPr id="0" name=""/>
        <dsp:cNvSpPr/>
      </dsp:nvSpPr>
      <dsp:spPr>
        <a:xfrm>
          <a:off x="0" y="678"/>
          <a:ext cx="6303729" cy="1111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Collect Data</a:t>
          </a:r>
        </a:p>
      </dsp:txBody>
      <dsp:txXfrm>
        <a:off x="0" y="678"/>
        <a:ext cx="6303729" cy="1111896"/>
      </dsp:txXfrm>
    </dsp:sp>
    <dsp:sp modelId="{A539E710-473B-C64D-8D9C-039780A455BA}">
      <dsp:nvSpPr>
        <dsp:cNvPr id="0" name=""/>
        <dsp:cNvSpPr/>
      </dsp:nvSpPr>
      <dsp:spPr>
        <a:xfrm>
          <a:off x="0" y="1112575"/>
          <a:ext cx="6303729" cy="0"/>
        </a:xfrm>
        <a:prstGeom prst="line">
          <a:avLst/>
        </a:prstGeom>
        <a:solidFill>
          <a:schemeClr val="accent2">
            <a:hueOff val="-209531"/>
            <a:satOff val="-2415"/>
            <a:lumOff val="540"/>
            <a:alphaOff val="0"/>
          </a:schemeClr>
        </a:solidFill>
        <a:ln w="12700" cap="flat" cmpd="sng" algn="ctr">
          <a:solidFill>
            <a:schemeClr val="accent2">
              <a:hueOff val="-209531"/>
              <a:satOff val="-2415"/>
              <a:lumOff val="5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E497A-13C5-DB43-BC24-4AAECE515D0B}">
      <dsp:nvSpPr>
        <dsp:cNvPr id="0" name=""/>
        <dsp:cNvSpPr/>
      </dsp:nvSpPr>
      <dsp:spPr>
        <a:xfrm>
          <a:off x="0" y="1112575"/>
          <a:ext cx="6303729" cy="1111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Select Candidates</a:t>
          </a:r>
        </a:p>
      </dsp:txBody>
      <dsp:txXfrm>
        <a:off x="0" y="1112575"/>
        <a:ext cx="6303729" cy="1111896"/>
      </dsp:txXfrm>
    </dsp:sp>
    <dsp:sp modelId="{0F70E5EE-F2B5-494C-9B9F-865D8FEE44FF}">
      <dsp:nvSpPr>
        <dsp:cNvPr id="0" name=""/>
        <dsp:cNvSpPr/>
      </dsp:nvSpPr>
      <dsp:spPr>
        <a:xfrm>
          <a:off x="0" y="2224471"/>
          <a:ext cx="6303729" cy="0"/>
        </a:xfrm>
        <a:prstGeom prst="line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12700" cap="flat" cmpd="sng" algn="ctr">
          <a:solidFill>
            <a:schemeClr val="accent2">
              <a:hueOff val="-419062"/>
              <a:satOff val="-4829"/>
              <a:lumOff val="1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601CD-6BF3-1E4D-8C93-6C09AF7AB196}">
      <dsp:nvSpPr>
        <dsp:cNvPr id="0" name=""/>
        <dsp:cNvSpPr/>
      </dsp:nvSpPr>
      <dsp:spPr>
        <a:xfrm>
          <a:off x="0" y="2224471"/>
          <a:ext cx="6303729" cy="1111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Machine Learning Stage</a:t>
          </a:r>
        </a:p>
      </dsp:txBody>
      <dsp:txXfrm>
        <a:off x="0" y="2224471"/>
        <a:ext cx="6303729" cy="1111896"/>
      </dsp:txXfrm>
    </dsp:sp>
    <dsp:sp modelId="{BCEE248B-2530-2849-BB24-7427AD8B5F00}">
      <dsp:nvSpPr>
        <dsp:cNvPr id="0" name=""/>
        <dsp:cNvSpPr/>
      </dsp:nvSpPr>
      <dsp:spPr>
        <a:xfrm>
          <a:off x="0" y="3336367"/>
          <a:ext cx="6303729" cy="0"/>
        </a:xfrm>
        <a:prstGeom prst="line">
          <a:avLst/>
        </a:prstGeom>
        <a:solidFill>
          <a:schemeClr val="accent2">
            <a:hueOff val="-628592"/>
            <a:satOff val="-7244"/>
            <a:lumOff val="1619"/>
            <a:alphaOff val="0"/>
          </a:schemeClr>
        </a:solidFill>
        <a:ln w="12700" cap="flat" cmpd="sng" algn="ctr">
          <a:solidFill>
            <a:schemeClr val="accent2">
              <a:hueOff val="-628592"/>
              <a:satOff val="-7244"/>
              <a:lumOff val="16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14E73-DBA6-9443-9DAB-A7B6F53FD254}">
      <dsp:nvSpPr>
        <dsp:cNvPr id="0" name=""/>
        <dsp:cNvSpPr/>
      </dsp:nvSpPr>
      <dsp:spPr>
        <a:xfrm>
          <a:off x="0" y="3336367"/>
          <a:ext cx="6303729" cy="1111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Deduplication</a:t>
          </a:r>
        </a:p>
      </dsp:txBody>
      <dsp:txXfrm>
        <a:off x="0" y="3336367"/>
        <a:ext cx="6303729" cy="1111896"/>
      </dsp:txXfrm>
    </dsp:sp>
    <dsp:sp modelId="{FDFFFA6B-9F0C-174E-8173-54C406A5ED0E}">
      <dsp:nvSpPr>
        <dsp:cNvPr id="0" name=""/>
        <dsp:cNvSpPr/>
      </dsp:nvSpPr>
      <dsp:spPr>
        <a:xfrm>
          <a:off x="0" y="4448263"/>
          <a:ext cx="6303729" cy="0"/>
        </a:xfrm>
        <a:prstGeom prst="line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73CBA-B1E7-424E-9BF7-382B09FE1656}">
      <dsp:nvSpPr>
        <dsp:cNvPr id="0" name=""/>
        <dsp:cNvSpPr/>
      </dsp:nvSpPr>
      <dsp:spPr>
        <a:xfrm>
          <a:off x="0" y="4448263"/>
          <a:ext cx="6303729" cy="1111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Add Adds and other ”un-fun” things</a:t>
          </a:r>
        </a:p>
      </dsp:txBody>
      <dsp:txXfrm>
        <a:off x="0" y="4448263"/>
        <a:ext cx="6303729" cy="11118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CF445-EFBC-114A-AE14-1C3A7E2071EA}">
      <dsp:nvSpPr>
        <dsp:cNvPr id="0" name=""/>
        <dsp:cNvSpPr/>
      </dsp:nvSpPr>
      <dsp:spPr>
        <a:xfrm>
          <a:off x="0" y="0"/>
          <a:ext cx="630372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24A2A-4835-AF47-80AB-692D7E1B8BBC}">
      <dsp:nvSpPr>
        <dsp:cNvPr id="0" name=""/>
        <dsp:cNvSpPr/>
      </dsp:nvSpPr>
      <dsp:spPr>
        <a:xfrm>
          <a:off x="0" y="0"/>
          <a:ext cx="6303729" cy="2780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Classification</a:t>
          </a:r>
        </a:p>
      </dsp:txBody>
      <dsp:txXfrm>
        <a:off x="0" y="0"/>
        <a:ext cx="6303729" cy="2780419"/>
      </dsp:txXfrm>
    </dsp:sp>
    <dsp:sp modelId="{9DE9210D-A553-254A-99A2-4DA7B95FC8FB}">
      <dsp:nvSpPr>
        <dsp:cNvPr id="0" name=""/>
        <dsp:cNvSpPr/>
      </dsp:nvSpPr>
      <dsp:spPr>
        <a:xfrm>
          <a:off x="0" y="2780419"/>
          <a:ext cx="6303729" cy="0"/>
        </a:xfrm>
        <a:prstGeom prst="line">
          <a:avLst/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12700" cap="flat" cmpd="sng" algn="ctr">
          <a:solidFill>
            <a:schemeClr val="accent5">
              <a:hueOff val="-1837137"/>
              <a:satOff val="270"/>
              <a:lumOff val="-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1AA98-63E4-EC43-88DC-C2C36C7C4A25}">
      <dsp:nvSpPr>
        <dsp:cNvPr id="0" name=""/>
        <dsp:cNvSpPr/>
      </dsp:nvSpPr>
      <dsp:spPr>
        <a:xfrm>
          <a:off x="0" y="2780419"/>
          <a:ext cx="6303729" cy="2780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Scoring</a:t>
          </a:r>
        </a:p>
      </dsp:txBody>
      <dsp:txXfrm>
        <a:off x="0" y="2780419"/>
        <a:ext cx="6303729" cy="27804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16054-51FF-4633-B32B-66286901F376}">
      <dsp:nvSpPr>
        <dsp:cNvPr id="0" name=""/>
        <dsp:cNvSpPr/>
      </dsp:nvSpPr>
      <dsp:spPr>
        <a:xfrm>
          <a:off x="0" y="678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34360-3079-4551-820E-485CAE8234C4}">
      <dsp:nvSpPr>
        <dsp:cNvPr id="0" name=""/>
        <dsp:cNvSpPr/>
      </dsp:nvSpPr>
      <dsp:spPr>
        <a:xfrm>
          <a:off x="480498" y="358074"/>
          <a:ext cx="873632" cy="873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8983-74E1-4480-BC4C-43A078924AB3}">
      <dsp:nvSpPr>
        <dsp:cNvPr id="0" name=""/>
        <dsp:cNvSpPr/>
      </dsp:nvSpPr>
      <dsp:spPr>
        <a:xfrm>
          <a:off x="1834628" y="678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 a run to buy basic goods</a:t>
          </a:r>
        </a:p>
      </dsp:txBody>
      <dsp:txXfrm>
        <a:off x="1834628" y="678"/>
        <a:ext cx="4469100" cy="1588423"/>
      </dsp:txXfrm>
    </dsp:sp>
    <dsp:sp modelId="{00FDD692-81F7-47E7-93E6-44EFCD08DA48}">
      <dsp:nvSpPr>
        <dsp:cNvPr id="0" name=""/>
        <dsp:cNvSpPr/>
      </dsp:nvSpPr>
      <dsp:spPr>
        <a:xfrm>
          <a:off x="0" y="1986207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A9420-BE36-41ED-BEAB-7F2354A3763B}">
      <dsp:nvSpPr>
        <dsp:cNvPr id="0" name=""/>
        <dsp:cNvSpPr/>
      </dsp:nvSpPr>
      <dsp:spPr>
        <a:xfrm>
          <a:off x="480498" y="2343603"/>
          <a:ext cx="873632" cy="873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F0B49-407A-4A4E-8E0B-9EF61703429F}">
      <dsp:nvSpPr>
        <dsp:cNvPr id="0" name=""/>
        <dsp:cNvSpPr/>
      </dsp:nvSpPr>
      <dsp:spPr>
        <a:xfrm>
          <a:off x="1834628" y="1986207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Manipulate media</a:t>
          </a:r>
        </a:p>
      </dsp:txBody>
      <dsp:txXfrm>
        <a:off x="1834628" y="1986207"/>
        <a:ext cx="4469100" cy="1588423"/>
      </dsp:txXfrm>
    </dsp:sp>
    <dsp:sp modelId="{2F5A6361-87C1-459E-A8FA-9A512E105E4E}">
      <dsp:nvSpPr>
        <dsp:cNvPr id="0" name=""/>
        <dsp:cNvSpPr/>
      </dsp:nvSpPr>
      <dsp:spPr>
        <a:xfrm>
          <a:off x="0" y="3971736"/>
          <a:ext cx="6303729" cy="15884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FEB3E-F385-47BA-B632-C63BCECA5094}">
      <dsp:nvSpPr>
        <dsp:cNvPr id="0" name=""/>
        <dsp:cNvSpPr/>
      </dsp:nvSpPr>
      <dsp:spPr>
        <a:xfrm>
          <a:off x="480498" y="4329132"/>
          <a:ext cx="873632" cy="873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A5037-1E53-4FC9-BB61-DE0513CE405C}">
      <dsp:nvSpPr>
        <dsp:cNvPr id="0" name=""/>
        <dsp:cNvSpPr/>
      </dsp:nvSpPr>
      <dsp:spPr>
        <a:xfrm>
          <a:off x="1834628" y="3971736"/>
          <a:ext cx="4469100" cy="1588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08" tIns="168108" rIns="168108" bIns="1681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Manipulate political views</a:t>
          </a:r>
        </a:p>
      </dsp:txBody>
      <dsp:txXfrm>
        <a:off x="1834628" y="3971736"/>
        <a:ext cx="4469100" cy="1588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3:08:37.1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832 639 24575,'-38'3'0,"2"4"0,8 5 0,4 3 0,4 0 0,-8 9 0,2 0 0,-30 27 0,5 3 0,16-16 0,-2 2 0,1 7 0,2 1 0,-20 32 0,8-7 0,19-26 0,6-13 0,0 3 0,-3 3 0,2 1 0,0-3 0,3 1 0,1-2 0,1-4 0,3-3 0,3-3 0,3-5 0,1-2 0,2 1 0,-1 2 0,-1 4 0,2 4 0,-1 1 0,1 6 0,1-2 0,0-1 0,1-5 0,1-9 0,0-1 0,1-4 0,1-1 0,0 2 0,0 3 0,-1 2 0,1 4 0,0 7 0,0 1 0,0 0 0,0-6 0,0-8 0,0-4 0,0-2 0,0-1 0,0 3 0,0 5 0,-1 10 0,1 16 0,0 15 0,0 17 0,4 11 0,4 7 0,-3-45 0,2 1 0,0-2 0,1-1 0,8 47 0,2-5 0,1-8 0,5 2 0,-4-12 0,-1-15 0,-3-11 0,-5-14 0,1-5 0,-3-9 0,0-6 0,-1 1 0,2 4 0,4 7 0,9 16 0,6 10 0,8 12 0,4 3 0,1 0 0,8 5 0,10 5 0,1-1 0,1-8 0,-4-8 0,-4-7 0,5 0 0,0-6 0,-1-5 0,7 1 0,-3-2 0,4 2 0,12 5 0,2-2 0,5 1 0,-1-4 0,-4-6 0,-1-2 0,3-1 0,-5-2 0,-5-6 0,1-4 0,-4-3 0,-3-3 0,-1-2 0,2 0 0,4-4 0,5 0 0,2-4 0,5 0 0,-2 2 0,-3-1 0,2-1 0,2-3 0,17-1 0,-1-1 0,-47-1 0,0 0 0,45 0 0,2 0 0,0 0 0,-1 0 0,-1-2 0,-46-2 0,0-1 0,1-2 0,-1 0 0,48-10 0,-46 7 0,1-1 0,42-10 0,2-3 0,-47 10 0,0-1 0,38-14 0,3-2 0,-6-2 0,-7 2 0,-2-3 0,-2 0 0,-3-1 0,-5-2 0,2-3 0,4-5 0,-2-1 0,-1 1 0,-5-2 0,-4-1 0,1-1 0,-6 2 0,-2 1 0,-1 3 0,0-6 0,-7 3 0,-3-2 0,-7 1 0,2-7 0,1-6 0,-4-2 0,-1-3 0,-4 2 0,-2-1 0,-1-5 0,-3-1 0,-4-4 0,0-2 0,-4 0 0,0-5 0,-3 0 0,-4-1 0,-4 5 0,-4-9 0,0-6 0,0-8 0,1 49 0,-2-1 0,-3-47 0,-3 45 0,-2 1 0,-2 1 0,-1 1 0,-3 2 0,-1 2 0,-18-45 0,0 5 0,-3 1 0,-4 1 0,-6 2 0,-1 6 0,-1 1 0,-2 4 0,0 2 0,-6-6 0,-1 4 0,4 9 0,-4 0 0,-3 3 0,-4-1 0,5 7 0,4 6 0,3 7 0,-5-3 0,-2 2 0,-2 1 0,-1-1 0,-6 0 0,-8-5 0,-6-3 0,3 2 0,-3 3 0,7 6 0,2 5 0,0 1 0,8 4 0,1 2 0,6 4 0,2 4 0,0 3 0,-1-1 0,-7 1 0,-13-3 0,-19-6 0,45 13 0,-2-1-338,-4 0 1,-2 0 337,-2 2 0,-1 0 0,-6-1 0,0 0 0,1 1 0,-1 1 0,1 1 0,0-1 0,5 2 0,0 0 0,-3 2 0,1 1 0,-2 0 0,2 0 0,1 1 0,1 1 0,0 1 0,1 0 0,3 0 0,0 1 0,-6 0 0,-1 0 0,2 0 0,-1 2 0,-5 0 0,-1 3 0,-6 3 0,-3 7-713,17 2 1,-2 4-1,-2 3 713,-5 6 0,-1 3 0,-1 3-872,-7 7 0,-2 4 1,0 4 871,12-3 0,-2 5 0,2-1 0,8-6 0,-13 8 0,7-4 0,-1 8 0,-1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93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32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70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79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7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2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89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97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519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53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35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5" r:id="rId6"/>
    <p:sldLayoutId id="2147483770" r:id="rId7"/>
    <p:sldLayoutId id="2147483771" r:id="rId8"/>
    <p:sldLayoutId id="2147483772" r:id="rId9"/>
    <p:sldLayoutId id="2147483774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zfN9wnPvU0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F8A656C-0806-4677-A38B-DA5DF0F3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Colorful patterns on the sky">
            <a:extLst>
              <a:ext uri="{FF2B5EF4-FFF2-40B4-BE49-F238E27FC236}">
                <a16:creationId xmlns:a16="http://schemas.microsoft.com/office/drawing/2014/main" id="{29827AB6-84B7-AED4-7228-7DEBFF4F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6830" b="890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EF8C6D-8BB3-473A-9607-D7381CC5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7537" y="643467"/>
            <a:ext cx="5520995" cy="5215839"/>
          </a:xfrm>
          <a:prstGeom prst="roundRect">
            <a:avLst>
              <a:gd name="adj" fmla="val 265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33B27-73E0-EDB7-2B8B-A08979DAF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7047" y="795509"/>
            <a:ext cx="5037616" cy="3011340"/>
          </a:xfrm>
        </p:spPr>
        <p:txBody>
          <a:bodyPr>
            <a:normAutofit/>
          </a:bodyPr>
          <a:lstStyle/>
          <a:p>
            <a:r>
              <a:rPr lang="en-US" sz="5100"/>
              <a:t>How algorithms modify the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7B3A1-F574-128A-EA5B-59B611B56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7047" y="3898924"/>
            <a:ext cx="5037616" cy="1777878"/>
          </a:xfrm>
        </p:spPr>
        <p:txBody>
          <a:bodyPr>
            <a:normAutofit/>
          </a:bodyPr>
          <a:lstStyle/>
          <a:p>
            <a:r>
              <a:rPr lang="en-US"/>
              <a:t>Or: why engagement scores are bad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CFDFFB9-D302-4A05-A770-D33232254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6764" y="906791"/>
            <a:ext cx="2987899" cy="2987899"/>
          </a:xfrm>
          <a:prstGeom prst="arc">
            <a:avLst>
              <a:gd name="adj1" fmla="val 16200000"/>
              <a:gd name="adj2" fmla="val 114657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7693E-EF39-AF4F-3225-1A739A0C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RQ1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981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9BC61-347A-3788-5BB3-960001DA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counts?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3DF106-55FB-8F35-77AB-4B4296332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79250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344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DE9BB-D6D9-8553-D69A-EA0D5E27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Ranking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5F079A-A7DC-CB98-1DC4-11EB364BE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526770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78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E0B4B-C96C-D774-A3AC-60A9AC80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B83C82-30AD-4DF2-A9AD-CE1547FD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FA301-0217-FF45-6034-FCABEAAD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RQ2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56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5912C-F4BC-C234-DA8A-3B17AB74D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Where is Grok?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7613B0-62E6-7B0E-80BE-A56ECA7B0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638380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749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ED9FD-18FA-66F6-1121-7D0B65BC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Risks</a:t>
            </a:r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55D27A36-F036-F0A6-E2CD-F8BF8A49B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03808"/>
            <a:ext cx="5850384" cy="585038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82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n aerial view of The Pentagon&#10;&#10;AI-generated content may be incorrect.">
            <a:extLst>
              <a:ext uri="{FF2B5EF4-FFF2-40B4-BE49-F238E27FC236}">
                <a16:creationId xmlns:a16="http://schemas.microsoft.com/office/drawing/2014/main" id="{10A736AD-2D66-C4EC-C3E8-81A5A7D7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71" r="1" b="7065"/>
          <a:stretch>
            <a:fillRect/>
          </a:stretch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624AE8-8FA5-0F28-FE4D-4662194E9A97}"/>
                  </a:ext>
                </a:extLst>
              </p14:cNvPr>
              <p14:cNvContentPartPr/>
              <p14:nvPr/>
            </p14:nvContentPartPr>
            <p14:xfrm>
              <a:off x="9080914" y="378154"/>
              <a:ext cx="2182680" cy="1815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624AE8-8FA5-0F28-FE4D-4662194E9A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44914" y="342154"/>
                <a:ext cx="2254320" cy="188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568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building with a large black cloud of smoke&#10;&#10;AI-generated content may be incorrect.">
            <a:extLst>
              <a:ext uri="{FF2B5EF4-FFF2-40B4-BE49-F238E27FC236}">
                <a16:creationId xmlns:a16="http://schemas.microsoft.com/office/drawing/2014/main" id="{9A3D9F24-1390-4367-C4E2-3C195B868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65" r="1" b="6871"/>
          <a:stretch>
            <a:fillRect/>
          </a:stretch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4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284B6D-D9CC-646A-E4C0-04DC23CA3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F568-3A1F-C6C7-4095-02E59272D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2" y="3800209"/>
            <a:ext cx="5130798" cy="2307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0.3% Drop in S&amp;P 500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Which was around $111 billion</a:t>
            </a:r>
          </a:p>
        </p:txBody>
      </p:sp>
      <p:pic>
        <p:nvPicPr>
          <p:cNvPr id="5" name="Picture 4" descr="Neon light percentage sign">
            <a:extLst>
              <a:ext uri="{FF2B5EF4-FFF2-40B4-BE49-F238E27FC236}">
                <a16:creationId xmlns:a16="http://schemas.microsoft.com/office/drawing/2014/main" id="{D8CF0005-73EC-D64E-E5EE-05EE2BC3F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098"/>
            <a:ext cx="5850384" cy="4621803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9877B-7891-D8AF-7894-1A2F9B7F04BE}"/>
              </a:ext>
            </a:extLst>
          </p:cNvPr>
          <p:cNvSpPr txBox="1"/>
          <p:nvPr/>
        </p:nvSpPr>
        <p:spPr>
          <a:xfrm>
            <a:off x="0" y="6488667"/>
            <a:ext cx="552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ycharts.com</a:t>
            </a:r>
            <a:r>
              <a:rPr lang="en-US" dirty="0"/>
              <a:t>/indicators/sp_500_market_cap</a:t>
            </a:r>
          </a:p>
        </p:txBody>
      </p:sp>
    </p:spTree>
    <p:extLst>
      <p:ext uri="{BB962C8B-B14F-4D97-AF65-F5344CB8AC3E}">
        <p14:creationId xmlns:p14="http://schemas.microsoft.com/office/powerpoint/2010/main" val="418079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FB162-7ED3-5599-9893-AC3CBD5F0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57" y="68997"/>
            <a:ext cx="10399485" cy="67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8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CAEE1-738E-030B-19C9-ED9A1EB1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The possibilities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48AB8-BEB8-FC74-A08B-9EFAE15E7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652771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2985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CFDAD-08C9-C8F0-D43F-9C2D05251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Personal Opinion</a:t>
            </a:r>
          </a:p>
        </p:txBody>
      </p:sp>
      <p:pic>
        <p:nvPicPr>
          <p:cNvPr id="4" name="Picture 3" descr="Red toy person in front of two lines of white figures">
            <a:extLst>
              <a:ext uri="{FF2B5EF4-FFF2-40B4-BE49-F238E27FC236}">
                <a16:creationId xmlns:a16="http://schemas.microsoft.com/office/drawing/2014/main" id="{EF24F920-5FD9-EB37-E04F-A2FD0102C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686"/>
            <a:ext cx="5850384" cy="3846627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B972E-6F05-7737-1BD9-C1A6BA9D7EA7}"/>
              </a:ext>
            </a:extLst>
          </p:cNvPr>
          <p:cNvSpPr txBox="1"/>
          <p:nvPr/>
        </p:nvSpPr>
        <p:spPr>
          <a:xfrm>
            <a:off x="6417732" y="4501066"/>
            <a:ext cx="5437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https://www.youtube.com/watch?v=_zfN9wnPvU0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Kurzgesagt</a:t>
            </a:r>
            <a:r>
              <a:rPr lang="en-US" dirty="0"/>
              <a:t> “AI Slop Is Destroying The Internet”)</a:t>
            </a:r>
          </a:p>
        </p:txBody>
      </p:sp>
    </p:spTree>
    <p:extLst>
      <p:ext uri="{BB962C8B-B14F-4D97-AF65-F5344CB8AC3E}">
        <p14:creationId xmlns:p14="http://schemas.microsoft.com/office/powerpoint/2010/main" val="1733386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ption captioned cat Image kthxbai leaving noms stealing tabby thief - 5081129728">
            <a:extLst>
              <a:ext uri="{FF2B5EF4-FFF2-40B4-BE49-F238E27FC236}">
                <a16:creationId xmlns:a16="http://schemas.microsoft.com/office/drawing/2014/main" id="{1DF4659D-7935-DC8C-9A0C-2373E967CE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804" y="864634"/>
            <a:ext cx="6844392" cy="512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57073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estalt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119</Words>
  <Application>Microsoft Macintosh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Aharoni</vt:lpstr>
      <vt:lpstr>Arial</vt:lpstr>
      <vt:lpstr>Avenir Next LT Pro</vt:lpstr>
      <vt:lpstr>Calibri</vt:lpstr>
      <vt:lpstr>ShapesVTI</vt:lpstr>
      <vt:lpstr>How algorithms modify the world</vt:lpstr>
      <vt:lpstr>RQ1</vt:lpstr>
      <vt:lpstr>What counts?</vt:lpstr>
      <vt:lpstr>Ranking Process</vt:lpstr>
      <vt:lpstr>RQ2</vt:lpstr>
      <vt:lpstr>Where is Grok?</vt:lpstr>
      <vt:lpstr>System Risks</vt:lpstr>
      <vt:lpstr>PowerPoint Presentation</vt:lpstr>
      <vt:lpstr>PowerPoint Presentation</vt:lpstr>
      <vt:lpstr>Result?</vt:lpstr>
      <vt:lpstr>PowerPoint Presentation</vt:lpstr>
      <vt:lpstr>The possibilities</vt:lpstr>
      <vt:lpstr>Personal Opinion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Buehler, Christoph</dc:creator>
  <cp:lastModifiedBy>Buehler, Christoph</cp:lastModifiedBy>
  <cp:revision>2</cp:revision>
  <dcterms:created xsi:type="dcterms:W3CDTF">2025-11-05T12:38:40Z</dcterms:created>
  <dcterms:modified xsi:type="dcterms:W3CDTF">2025-11-05T13:29:40Z</dcterms:modified>
</cp:coreProperties>
</file>